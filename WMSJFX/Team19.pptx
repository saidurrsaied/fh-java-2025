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48" r:id="rId5"/>
  </p:sldMasterIdLst>
  <p:notesMasterIdLst>
    <p:notesMasterId r:id="rId37"/>
  </p:notesMasterIdLst>
  <p:sldIdLst>
    <p:sldId id="271" r:id="rId6"/>
    <p:sldId id="266" r:id="rId7"/>
    <p:sldId id="272" r:id="rId8"/>
    <p:sldId id="295" r:id="rId9"/>
    <p:sldId id="263" r:id="rId10"/>
    <p:sldId id="273" r:id="rId11"/>
    <p:sldId id="274" r:id="rId12"/>
    <p:sldId id="284" r:id="rId13"/>
    <p:sldId id="289" r:id="rId14"/>
    <p:sldId id="279" r:id="rId15"/>
    <p:sldId id="280" r:id="rId16"/>
    <p:sldId id="281" r:id="rId17"/>
    <p:sldId id="283" r:id="rId18"/>
    <p:sldId id="285" r:id="rId19"/>
    <p:sldId id="286" r:id="rId20"/>
    <p:sldId id="288" r:id="rId21"/>
    <p:sldId id="290" r:id="rId22"/>
    <p:sldId id="291" r:id="rId23"/>
    <p:sldId id="264" r:id="rId24"/>
    <p:sldId id="265" r:id="rId25"/>
    <p:sldId id="292" r:id="rId26"/>
    <p:sldId id="293" r:id="rId27"/>
    <p:sldId id="269" r:id="rId28"/>
    <p:sldId id="259" r:id="rId29"/>
    <p:sldId id="262" r:id="rId30"/>
    <p:sldId id="267" r:id="rId31"/>
    <p:sldId id="261" r:id="rId32"/>
    <p:sldId id="257" r:id="rId33"/>
    <p:sldId id="268" r:id="rId34"/>
    <p:sldId id="260" r:id="rId35"/>
    <p:sldId id="29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04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2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2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D5D5CE-CB22-4C8E-8AD5-B43E5E76DBD6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B06E59C-C123-4992-A135-392BD5FCEC97}">
      <dgm:prSet custT="1"/>
      <dgm:spPr/>
      <dgm:t>
        <a:bodyPr/>
        <a:lstStyle/>
        <a:p>
          <a:r>
            <a:rPr lang="en-US" sz="3200" dirty="0"/>
            <a:t>Anh Phuc Dang</a:t>
          </a:r>
        </a:p>
      </dgm:t>
    </dgm:pt>
    <dgm:pt modelId="{5D51D6F8-1E75-4364-8B1A-C70731FF996C}" type="parTrans" cxnId="{B771F599-37E6-4004-B552-C01678F018BF}">
      <dgm:prSet/>
      <dgm:spPr/>
      <dgm:t>
        <a:bodyPr/>
        <a:lstStyle/>
        <a:p>
          <a:endParaRPr lang="en-US"/>
        </a:p>
      </dgm:t>
    </dgm:pt>
    <dgm:pt modelId="{42CE7A4A-6264-45A8-89DE-575278657D07}" type="sibTrans" cxnId="{B771F599-37E6-4004-B552-C01678F018BF}">
      <dgm:prSet/>
      <dgm:spPr/>
      <dgm:t>
        <a:bodyPr/>
        <a:lstStyle/>
        <a:p>
          <a:endParaRPr lang="en-US"/>
        </a:p>
      </dgm:t>
    </dgm:pt>
    <dgm:pt modelId="{0E0BD42D-1394-48BF-9268-5694267F9D26}">
      <dgm:prSet/>
      <dgm:spPr/>
      <dgm:t>
        <a:bodyPr/>
        <a:lstStyle/>
        <a:p>
          <a:pPr>
            <a:buNone/>
          </a:pPr>
          <a:r>
            <a:rPr lang="en-US" dirty="0"/>
            <a:t>Package:</a:t>
          </a:r>
        </a:p>
      </dgm:t>
    </dgm:pt>
    <dgm:pt modelId="{2AB877BB-97AE-4C83-95ED-98A2157110D2}" type="parTrans" cxnId="{CD905CCC-A95C-47C7-BC34-4A9647463FCC}">
      <dgm:prSet/>
      <dgm:spPr/>
      <dgm:t>
        <a:bodyPr/>
        <a:lstStyle/>
        <a:p>
          <a:endParaRPr lang="en-US"/>
        </a:p>
      </dgm:t>
    </dgm:pt>
    <dgm:pt modelId="{03E1F795-DC7E-4EDF-B421-25335B63DD68}" type="sibTrans" cxnId="{CD905CCC-A95C-47C7-BC34-4A9647463FCC}">
      <dgm:prSet/>
      <dgm:spPr/>
      <dgm:t>
        <a:bodyPr/>
        <a:lstStyle/>
        <a:p>
          <a:endParaRPr lang="en-US"/>
        </a:p>
      </dgm:t>
    </dgm:pt>
    <dgm:pt modelId="{D92DB195-6B3E-40B1-820E-2467F564B37A}">
      <dgm:prSet custT="1"/>
      <dgm:spPr/>
      <dgm:t>
        <a:bodyPr/>
        <a:lstStyle/>
        <a:p>
          <a:r>
            <a:rPr lang="en-US" sz="3200" dirty="0"/>
            <a:t>Hai Dang Duong</a:t>
          </a:r>
        </a:p>
      </dgm:t>
    </dgm:pt>
    <dgm:pt modelId="{9BE7079B-888E-4B94-8C34-7773F679B97B}" type="parTrans" cxnId="{EB64DCD2-8A7A-4379-A712-CE3CA173454C}">
      <dgm:prSet/>
      <dgm:spPr/>
      <dgm:t>
        <a:bodyPr/>
        <a:lstStyle/>
        <a:p>
          <a:endParaRPr lang="en-US"/>
        </a:p>
      </dgm:t>
    </dgm:pt>
    <dgm:pt modelId="{67D62C81-79B4-43D2-9274-40E6D60FEF30}" type="sibTrans" cxnId="{EB64DCD2-8A7A-4379-A712-CE3CA173454C}">
      <dgm:prSet/>
      <dgm:spPr/>
      <dgm:t>
        <a:bodyPr/>
        <a:lstStyle/>
        <a:p>
          <a:endParaRPr lang="en-US"/>
        </a:p>
      </dgm:t>
    </dgm:pt>
    <dgm:pt modelId="{B69A76BD-2BFE-4901-9224-EFC1A8B2350B}">
      <dgm:prSet/>
      <dgm:spPr/>
      <dgm:t>
        <a:bodyPr/>
        <a:lstStyle/>
        <a:p>
          <a:pPr>
            <a:buNone/>
          </a:pPr>
          <a:r>
            <a:rPr lang="en-US" dirty="0"/>
            <a:t>Package:</a:t>
          </a:r>
        </a:p>
      </dgm:t>
    </dgm:pt>
    <dgm:pt modelId="{06FE1240-5CB0-4729-9A77-CE9774AF2094}" type="parTrans" cxnId="{F1C8AA2F-E0D0-439D-80ED-8AFD04009F64}">
      <dgm:prSet/>
      <dgm:spPr/>
      <dgm:t>
        <a:bodyPr/>
        <a:lstStyle/>
        <a:p>
          <a:endParaRPr lang="en-US"/>
        </a:p>
      </dgm:t>
    </dgm:pt>
    <dgm:pt modelId="{7CB9D0E4-D072-48C7-9141-A57FF893551F}" type="sibTrans" cxnId="{F1C8AA2F-E0D0-439D-80ED-8AFD04009F64}">
      <dgm:prSet/>
      <dgm:spPr/>
      <dgm:t>
        <a:bodyPr/>
        <a:lstStyle/>
        <a:p>
          <a:endParaRPr lang="en-US"/>
        </a:p>
      </dgm:t>
    </dgm:pt>
    <dgm:pt modelId="{FBA6932C-76A6-499F-B990-BD02433BCA64}">
      <dgm:prSet custT="1"/>
      <dgm:spPr/>
      <dgm:t>
        <a:bodyPr/>
        <a:lstStyle/>
        <a:p>
          <a:r>
            <a:rPr lang="en-US" sz="3200" dirty="0"/>
            <a:t>Md Saidur Rahman</a:t>
          </a:r>
        </a:p>
      </dgm:t>
    </dgm:pt>
    <dgm:pt modelId="{E3A11E7D-CF34-4A2D-8E4B-5865BECFE54F}" type="parTrans" cxnId="{9B2F38F8-A250-46FA-A7A4-95AED3A493A1}">
      <dgm:prSet/>
      <dgm:spPr/>
      <dgm:t>
        <a:bodyPr/>
        <a:lstStyle/>
        <a:p>
          <a:endParaRPr lang="en-US"/>
        </a:p>
      </dgm:t>
    </dgm:pt>
    <dgm:pt modelId="{432BD05B-347C-454D-804C-9CC8C3B6A23C}" type="sibTrans" cxnId="{9B2F38F8-A250-46FA-A7A4-95AED3A493A1}">
      <dgm:prSet/>
      <dgm:spPr/>
      <dgm:t>
        <a:bodyPr/>
        <a:lstStyle/>
        <a:p>
          <a:endParaRPr lang="en-US"/>
        </a:p>
      </dgm:t>
    </dgm:pt>
    <dgm:pt modelId="{4FD1B133-8627-4134-B6C0-8A408E7AB329}">
      <dgm:prSet/>
      <dgm:spPr/>
      <dgm:t>
        <a:bodyPr/>
        <a:lstStyle/>
        <a:p>
          <a:r>
            <a:rPr lang="en-US" dirty="0"/>
            <a:t>Package:</a:t>
          </a:r>
        </a:p>
      </dgm:t>
    </dgm:pt>
    <dgm:pt modelId="{F981E7F2-CF29-4669-BB44-5D5EF5306662}" type="parTrans" cxnId="{9FB1D767-6F9A-4B84-8B3C-AC796285A436}">
      <dgm:prSet/>
      <dgm:spPr/>
      <dgm:t>
        <a:bodyPr/>
        <a:lstStyle/>
        <a:p>
          <a:endParaRPr lang="en-US"/>
        </a:p>
      </dgm:t>
    </dgm:pt>
    <dgm:pt modelId="{0D3A73D9-CDA4-44A2-BD86-AAC983877F4B}" type="sibTrans" cxnId="{9FB1D767-6F9A-4B84-8B3C-AC796285A436}">
      <dgm:prSet/>
      <dgm:spPr/>
      <dgm:t>
        <a:bodyPr/>
        <a:lstStyle/>
        <a:p>
          <a:endParaRPr lang="en-US"/>
        </a:p>
      </dgm:t>
    </dgm:pt>
    <dgm:pt modelId="{6A09BFFF-2BB0-4826-A513-626E48D9A559}">
      <dgm:prSet/>
      <dgm:spPr/>
      <dgm:t>
        <a:bodyPr/>
        <a:lstStyle/>
        <a:p>
          <a:r>
            <a:rPr lang="en-US" dirty="0"/>
            <a:t>Maven</a:t>
          </a:r>
        </a:p>
      </dgm:t>
    </dgm:pt>
    <dgm:pt modelId="{DA92173B-014A-43FD-9435-A3C4F0957EB4}" type="parTrans" cxnId="{0DB26920-A948-4CE1-9661-9608B084C82D}">
      <dgm:prSet/>
      <dgm:spPr/>
      <dgm:t>
        <a:bodyPr/>
        <a:lstStyle/>
        <a:p>
          <a:endParaRPr lang="en-US"/>
        </a:p>
      </dgm:t>
    </dgm:pt>
    <dgm:pt modelId="{35D51F7D-2E6D-4FB9-8971-097DC6ED187C}" type="sibTrans" cxnId="{0DB26920-A948-4CE1-9661-9608B084C82D}">
      <dgm:prSet/>
      <dgm:spPr/>
      <dgm:t>
        <a:bodyPr/>
        <a:lstStyle/>
        <a:p>
          <a:endParaRPr lang="en-US"/>
        </a:p>
      </dgm:t>
    </dgm:pt>
    <dgm:pt modelId="{175FE6C7-7981-4E10-9CC5-FDDEC20D9455}">
      <dgm:prSet/>
      <dgm:spPr/>
      <dgm:t>
        <a:bodyPr/>
        <a:lstStyle/>
        <a:p>
          <a:r>
            <a:rPr lang="en-US" dirty="0"/>
            <a:t>resources (JavaFX), logger</a:t>
          </a:r>
        </a:p>
      </dgm:t>
    </dgm:pt>
    <dgm:pt modelId="{1734BF57-AE76-4A16-8212-20E4B7F32F50}" type="parTrans" cxnId="{729F55C0-EA50-46F1-8EC3-E70FAE557606}">
      <dgm:prSet/>
      <dgm:spPr/>
      <dgm:t>
        <a:bodyPr/>
        <a:lstStyle/>
        <a:p>
          <a:endParaRPr lang="en-US"/>
        </a:p>
      </dgm:t>
    </dgm:pt>
    <dgm:pt modelId="{C65E33F8-6CCE-4620-87CF-2A5F89703839}" type="sibTrans" cxnId="{729F55C0-EA50-46F1-8EC3-E70FAE557606}">
      <dgm:prSet/>
      <dgm:spPr/>
      <dgm:t>
        <a:bodyPr/>
        <a:lstStyle/>
        <a:p>
          <a:endParaRPr lang="en-US"/>
        </a:p>
      </dgm:t>
    </dgm:pt>
    <dgm:pt modelId="{F958C742-7848-4EFF-8B8D-5D3C94A10A9E}">
      <dgm:prSet/>
      <dgm:spPr/>
      <dgm:t>
        <a:bodyPr/>
        <a:lstStyle/>
        <a:p>
          <a:r>
            <a:rPr lang="en-US" dirty="0"/>
            <a:t>application, </a:t>
          </a:r>
        </a:p>
      </dgm:t>
    </dgm:pt>
    <dgm:pt modelId="{875C48D9-C836-49E8-B0CA-81C27B56C004}" type="parTrans" cxnId="{C99AD4B2-9582-4780-8AB1-1A19494E03DF}">
      <dgm:prSet/>
      <dgm:spPr/>
      <dgm:t>
        <a:bodyPr/>
        <a:lstStyle/>
        <a:p>
          <a:endParaRPr lang="en-US"/>
        </a:p>
      </dgm:t>
    </dgm:pt>
    <dgm:pt modelId="{2FD6F47D-7BD6-45B8-94BA-4248794824F2}" type="sibTrans" cxnId="{C99AD4B2-9582-4780-8AB1-1A19494E03DF}">
      <dgm:prSet/>
      <dgm:spPr/>
      <dgm:t>
        <a:bodyPr/>
        <a:lstStyle/>
        <a:p>
          <a:endParaRPr lang="en-US"/>
        </a:p>
      </dgm:t>
    </dgm:pt>
    <dgm:pt modelId="{6C682A99-1573-4FD5-ADAA-3C3C8AB26A6C}">
      <dgm:prSet/>
      <dgm:spPr/>
      <dgm:t>
        <a:bodyPr/>
        <a:lstStyle/>
        <a:p>
          <a:r>
            <a:rPr lang="en-US" dirty="0" err="1"/>
            <a:t>equipmentManager</a:t>
          </a:r>
          <a:r>
            <a:rPr lang="en-US" dirty="0"/>
            <a:t>, </a:t>
          </a:r>
        </a:p>
      </dgm:t>
    </dgm:pt>
    <dgm:pt modelId="{A910CE7C-A0B3-4804-9B5A-6272FC9D38E8}" type="parTrans" cxnId="{219D345F-C7C8-4228-BC52-448BD97CB3F1}">
      <dgm:prSet/>
      <dgm:spPr/>
      <dgm:t>
        <a:bodyPr/>
        <a:lstStyle/>
        <a:p>
          <a:endParaRPr lang="en-US"/>
        </a:p>
      </dgm:t>
    </dgm:pt>
    <dgm:pt modelId="{26C6BC7F-02A4-4463-812C-9BBC3CF6C0B1}" type="sibTrans" cxnId="{219D345F-C7C8-4228-BC52-448BD97CB3F1}">
      <dgm:prSet/>
      <dgm:spPr/>
      <dgm:t>
        <a:bodyPr/>
        <a:lstStyle/>
        <a:p>
          <a:endParaRPr lang="en-US"/>
        </a:p>
      </dgm:t>
    </dgm:pt>
    <dgm:pt modelId="{D851D4EF-1FC1-4E50-9502-217336D354A9}">
      <dgm:prSet/>
      <dgm:spPr/>
      <dgm:t>
        <a:bodyPr/>
        <a:lstStyle/>
        <a:p>
          <a:r>
            <a:rPr lang="en-US" dirty="0" err="1"/>
            <a:t>taskManager</a:t>
          </a:r>
          <a:endParaRPr lang="en-US" dirty="0"/>
        </a:p>
      </dgm:t>
    </dgm:pt>
    <dgm:pt modelId="{3200E040-7EDF-49FE-96B8-862EB9CD6605}" type="parTrans" cxnId="{3F15C01C-1533-42B4-AB79-85F08768D661}">
      <dgm:prSet/>
      <dgm:spPr/>
      <dgm:t>
        <a:bodyPr/>
        <a:lstStyle/>
        <a:p>
          <a:endParaRPr lang="en-US"/>
        </a:p>
      </dgm:t>
    </dgm:pt>
    <dgm:pt modelId="{E5AA6C56-7417-4B66-B9E5-4C095752E463}" type="sibTrans" cxnId="{3F15C01C-1533-42B4-AB79-85F08768D661}">
      <dgm:prSet/>
      <dgm:spPr/>
      <dgm:t>
        <a:bodyPr/>
        <a:lstStyle/>
        <a:p>
          <a:endParaRPr lang="en-US"/>
        </a:p>
      </dgm:t>
    </dgm:pt>
    <dgm:pt modelId="{4C8135F8-C0A9-49E4-9CD0-04E9DC255C13}">
      <dgm:prSet/>
      <dgm:spPr/>
      <dgm:t>
        <a:bodyPr/>
        <a:lstStyle/>
        <a:p>
          <a:r>
            <a:rPr lang="en-US" dirty="0"/>
            <a:t>Warehouse</a:t>
          </a:r>
        </a:p>
      </dgm:t>
    </dgm:pt>
    <dgm:pt modelId="{DD9C0CF5-F486-40AB-BED5-732F1C3315E4}" type="parTrans" cxnId="{13B34CCF-7C19-4678-8FAF-6853D271AE71}">
      <dgm:prSet/>
      <dgm:spPr/>
      <dgm:t>
        <a:bodyPr/>
        <a:lstStyle/>
        <a:p>
          <a:endParaRPr lang="en-US"/>
        </a:p>
      </dgm:t>
    </dgm:pt>
    <dgm:pt modelId="{AA1F0CE5-64D0-4E63-919F-5458C2983C50}" type="sibTrans" cxnId="{13B34CCF-7C19-4678-8FAF-6853D271AE71}">
      <dgm:prSet/>
      <dgm:spPr/>
      <dgm:t>
        <a:bodyPr/>
        <a:lstStyle/>
        <a:p>
          <a:endParaRPr lang="en-US"/>
        </a:p>
      </dgm:t>
    </dgm:pt>
    <dgm:pt modelId="{0F509D85-B237-4C1A-BF60-6B05C6C51DB4}">
      <dgm:prSet/>
      <dgm:spPr/>
      <dgm:t>
        <a:bodyPr/>
        <a:lstStyle/>
        <a:p>
          <a:r>
            <a:rPr lang="en-US" dirty="0" err="1"/>
            <a:t>taskManager</a:t>
          </a:r>
          <a:endParaRPr lang="en-US" dirty="0"/>
        </a:p>
      </dgm:t>
    </dgm:pt>
    <dgm:pt modelId="{AD03F846-7101-4751-A1F5-60EE9DA2C0DB}" type="parTrans" cxnId="{314B15CD-2AD2-40E6-A42E-2CDF6409148C}">
      <dgm:prSet/>
      <dgm:spPr/>
      <dgm:t>
        <a:bodyPr/>
        <a:lstStyle/>
        <a:p>
          <a:endParaRPr lang="en-US"/>
        </a:p>
      </dgm:t>
    </dgm:pt>
    <dgm:pt modelId="{CBDC4A16-C13E-4BF3-AD98-B0F4D6139F4A}" type="sibTrans" cxnId="{314B15CD-2AD2-40E6-A42E-2CDF6409148C}">
      <dgm:prSet/>
      <dgm:spPr/>
      <dgm:t>
        <a:bodyPr/>
        <a:lstStyle/>
        <a:p>
          <a:endParaRPr lang="en-US"/>
        </a:p>
      </dgm:t>
    </dgm:pt>
    <dgm:pt modelId="{63066B5A-489C-4FD1-8DF3-FD5453AC8AE9}" type="pres">
      <dgm:prSet presAssocID="{78D5D5CE-CB22-4C8E-8AD5-B43E5E76DBD6}" presName="Name0" presStyleCnt="0">
        <dgm:presLayoutVars>
          <dgm:dir/>
          <dgm:animLvl val="lvl"/>
          <dgm:resizeHandles val="exact"/>
        </dgm:presLayoutVars>
      </dgm:prSet>
      <dgm:spPr/>
    </dgm:pt>
    <dgm:pt modelId="{605BAE28-6DBF-4DBF-8DE8-0126CD8E4953}" type="pres">
      <dgm:prSet presAssocID="{4B06E59C-C123-4992-A135-392BD5FCEC97}" presName="linNode" presStyleCnt="0"/>
      <dgm:spPr/>
    </dgm:pt>
    <dgm:pt modelId="{2D1C0A8B-CFB9-47E0-B79D-B7F3F09C4CE0}" type="pres">
      <dgm:prSet presAssocID="{4B06E59C-C123-4992-A135-392BD5FCEC97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819B6741-63D3-4A6B-B888-F378A76DD771}" type="pres">
      <dgm:prSet presAssocID="{4B06E59C-C123-4992-A135-392BD5FCEC97}" presName="descendantText" presStyleLbl="alignAccFollowNode1" presStyleIdx="0" presStyleCnt="3">
        <dgm:presLayoutVars>
          <dgm:bulletEnabled val="1"/>
        </dgm:presLayoutVars>
      </dgm:prSet>
      <dgm:spPr/>
    </dgm:pt>
    <dgm:pt modelId="{F1A1884B-5850-41FA-93E1-DFA1479982D5}" type="pres">
      <dgm:prSet presAssocID="{42CE7A4A-6264-45A8-89DE-575278657D07}" presName="sp" presStyleCnt="0"/>
      <dgm:spPr/>
    </dgm:pt>
    <dgm:pt modelId="{2D4392CD-4E58-461D-A683-A731B936375A}" type="pres">
      <dgm:prSet presAssocID="{D92DB195-6B3E-40B1-820E-2467F564B37A}" presName="linNode" presStyleCnt="0"/>
      <dgm:spPr/>
    </dgm:pt>
    <dgm:pt modelId="{B990E56D-4C07-44D4-9669-DA0F3FC8F827}" type="pres">
      <dgm:prSet presAssocID="{D92DB195-6B3E-40B1-820E-2467F564B37A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AE4C13E3-83CE-4C1F-BBE8-2F70B92FB07F}" type="pres">
      <dgm:prSet presAssocID="{D92DB195-6B3E-40B1-820E-2467F564B37A}" presName="descendantText" presStyleLbl="alignAccFollowNode1" presStyleIdx="1" presStyleCnt="3">
        <dgm:presLayoutVars>
          <dgm:bulletEnabled val="1"/>
        </dgm:presLayoutVars>
      </dgm:prSet>
      <dgm:spPr/>
    </dgm:pt>
    <dgm:pt modelId="{3BD4937A-06EA-4F68-AADE-2A8360F4F986}" type="pres">
      <dgm:prSet presAssocID="{67D62C81-79B4-43D2-9274-40E6D60FEF30}" presName="sp" presStyleCnt="0"/>
      <dgm:spPr/>
    </dgm:pt>
    <dgm:pt modelId="{7540FC8A-9411-4D58-9D37-5F563468AE15}" type="pres">
      <dgm:prSet presAssocID="{FBA6932C-76A6-499F-B990-BD02433BCA64}" presName="linNode" presStyleCnt="0"/>
      <dgm:spPr/>
    </dgm:pt>
    <dgm:pt modelId="{1F7E249B-EE48-46A8-BD2E-66E9E1211E79}" type="pres">
      <dgm:prSet presAssocID="{FBA6932C-76A6-499F-B990-BD02433BCA64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2F2158A9-E455-403D-9114-39116E8115D8}" type="pres">
      <dgm:prSet presAssocID="{FBA6932C-76A6-499F-B990-BD02433BCA64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3F15C01C-1533-42B4-AB79-85F08768D661}" srcId="{4B06E59C-C123-4992-A135-392BD5FCEC97}" destId="{D851D4EF-1FC1-4E50-9502-217336D354A9}" srcOrd="2" destOrd="0" parTransId="{3200E040-7EDF-49FE-96B8-862EB9CD6605}" sibTransId="{E5AA6C56-7417-4B66-B9E5-4C095752E463}"/>
    <dgm:cxn modelId="{0DB26920-A948-4CE1-9661-9608B084C82D}" srcId="{FBA6932C-76A6-499F-B990-BD02433BCA64}" destId="{6A09BFFF-2BB0-4826-A513-626E48D9A559}" srcOrd="3" destOrd="0" parTransId="{DA92173B-014A-43FD-9435-A3C4F0957EB4}" sibTransId="{35D51F7D-2E6D-4FB9-8971-097DC6ED187C}"/>
    <dgm:cxn modelId="{32FEF32D-2F05-45F1-B473-6130EF945826}" type="presOf" srcId="{D851D4EF-1FC1-4E50-9502-217336D354A9}" destId="{819B6741-63D3-4A6B-B888-F378A76DD771}" srcOrd="0" destOrd="2" presId="urn:microsoft.com/office/officeart/2005/8/layout/vList5"/>
    <dgm:cxn modelId="{F1C8AA2F-E0D0-439D-80ED-8AFD04009F64}" srcId="{D92DB195-6B3E-40B1-820E-2467F564B37A}" destId="{B69A76BD-2BFE-4901-9224-EFC1A8B2350B}" srcOrd="0" destOrd="0" parTransId="{06FE1240-5CB0-4729-9A77-CE9774AF2094}" sibTransId="{7CB9D0E4-D072-48C7-9141-A57FF893551F}"/>
    <dgm:cxn modelId="{E304063A-3905-454D-85EE-FC4CC36CEE70}" type="presOf" srcId="{D92DB195-6B3E-40B1-820E-2467F564B37A}" destId="{B990E56D-4C07-44D4-9669-DA0F3FC8F827}" srcOrd="0" destOrd="0" presId="urn:microsoft.com/office/officeart/2005/8/layout/vList5"/>
    <dgm:cxn modelId="{219D345F-C7C8-4228-BC52-448BD97CB3F1}" srcId="{4B06E59C-C123-4992-A135-392BD5FCEC97}" destId="{6C682A99-1573-4FD5-ADAA-3C3C8AB26A6C}" srcOrd="1" destOrd="0" parTransId="{A910CE7C-A0B3-4804-9B5A-6272FC9D38E8}" sibTransId="{26C6BC7F-02A4-4463-812C-9BBC3CF6C0B1}"/>
    <dgm:cxn modelId="{CDFB9965-CF43-4334-8D3D-973D6CBF810E}" type="presOf" srcId="{4FD1B133-8627-4134-B6C0-8A408E7AB329}" destId="{2F2158A9-E455-403D-9114-39116E8115D8}" srcOrd="0" destOrd="0" presId="urn:microsoft.com/office/officeart/2005/8/layout/vList5"/>
    <dgm:cxn modelId="{9FB1D767-6F9A-4B84-8B3C-AC796285A436}" srcId="{FBA6932C-76A6-499F-B990-BD02433BCA64}" destId="{4FD1B133-8627-4134-B6C0-8A408E7AB329}" srcOrd="0" destOrd="0" parTransId="{F981E7F2-CF29-4669-BB44-5D5EF5306662}" sibTransId="{0D3A73D9-CDA4-44A2-BD86-AAC983877F4B}"/>
    <dgm:cxn modelId="{6992936B-9697-4B42-A88E-E4DB1E83F3E8}" type="presOf" srcId="{6C682A99-1573-4FD5-ADAA-3C3C8AB26A6C}" destId="{819B6741-63D3-4A6B-B888-F378A76DD771}" srcOrd="0" destOrd="1" presId="urn:microsoft.com/office/officeart/2005/8/layout/vList5"/>
    <dgm:cxn modelId="{C9BE8070-6FCF-4787-9820-A43456201812}" type="presOf" srcId="{0E0BD42D-1394-48BF-9268-5694267F9D26}" destId="{819B6741-63D3-4A6B-B888-F378A76DD771}" srcOrd="0" destOrd="0" presId="urn:microsoft.com/office/officeart/2005/8/layout/vList5"/>
    <dgm:cxn modelId="{A5D62D7A-B256-46FD-9338-E9F4B898689B}" type="presOf" srcId="{B69A76BD-2BFE-4901-9224-EFC1A8B2350B}" destId="{AE4C13E3-83CE-4C1F-BBE8-2F70B92FB07F}" srcOrd="0" destOrd="0" presId="urn:microsoft.com/office/officeart/2005/8/layout/vList5"/>
    <dgm:cxn modelId="{1993D57C-E20E-4058-8604-2AAA0AA254F8}" type="presOf" srcId="{0F509D85-B237-4C1A-BF60-6B05C6C51DB4}" destId="{2F2158A9-E455-403D-9114-39116E8115D8}" srcOrd="0" destOrd="2" presId="urn:microsoft.com/office/officeart/2005/8/layout/vList5"/>
    <dgm:cxn modelId="{D700EA8A-881F-4CB1-9E33-A4837161FCEE}" type="presOf" srcId="{4B06E59C-C123-4992-A135-392BD5FCEC97}" destId="{2D1C0A8B-CFB9-47E0-B79D-B7F3F09C4CE0}" srcOrd="0" destOrd="0" presId="urn:microsoft.com/office/officeart/2005/8/layout/vList5"/>
    <dgm:cxn modelId="{B771F599-37E6-4004-B552-C01678F018BF}" srcId="{78D5D5CE-CB22-4C8E-8AD5-B43E5E76DBD6}" destId="{4B06E59C-C123-4992-A135-392BD5FCEC97}" srcOrd="0" destOrd="0" parTransId="{5D51D6F8-1E75-4364-8B1A-C70731FF996C}" sibTransId="{42CE7A4A-6264-45A8-89DE-575278657D07}"/>
    <dgm:cxn modelId="{E23C18A4-F4AA-4482-9E5E-99C1B281D068}" type="presOf" srcId="{F958C742-7848-4EFF-8B8D-5D3C94A10A9E}" destId="{AE4C13E3-83CE-4C1F-BBE8-2F70B92FB07F}" srcOrd="0" destOrd="1" presId="urn:microsoft.com/office/officeart/2005/8/layout/vList5"/>
    <dgm:cxn modelId="{C99AD4B2-9582-4780-8AB1-1A19494E03DF}" srcId="{D92DB195-6B3E-40B1-820E-2467F564B37A}" destId="{F958C742-7848-4EFF-8B8D-5D3C94A10A9E}" srcOrd="1" destOrd="0" parTransId="{875C48D9-C836-49E8-B0CA-81C27B56C004}" sibTransId="{2FD6F47D-7BD6-45B8-94BA-4248794824F2}"/>
    <dgm:cxn modelId="{729F55C0-EA50-46F1-8EC3-E70FAE557606}" srcId="{D92DB195-6B3E-40B1-820E-2467F564B37A}" destId="{175FE6C7-7981-4E10-9CC5-FDDEC20D9455}" srcOrd="2" destOrd="0" parTransId="{1734BF57-AE76-4A16-8212-20E4B7F32F50}" sibTransId="{C65E33F8-6CCE-4620-87CF-2A5F89703839}"/>
    <dgm:cxn modelId="{CD905CCC-A95C-47C7-BC34-4A9647463FCC}" srcId="{4B06E59C-C123-4992-A135-392BD5FCEC97}" destId="{0E0BD42D-1394-48BF-9268-5694267F9D26}" srcOrd="0" destOrd="0" parTransId="{2AB877BB-97AE-4C83-95ED-98A2157110D2}" sibTransId="{03E1F795-DC7E-4EDF-B421-25335B63DD68}"/>
    <dgm:cxn modelId="{314B15CD-2AD2-40E6-A42E-2CDF6409148C}" srcId="{FBA6932C-76A6-499F-B990-BD02433BCA64}" destId="{0F509D85-B237-4C1A-BF60-6B05C6C51DB4}" srcOrd="2" destOrd="0" parTransId="{AD03F846-7101-4751-A1F5-60EE9DA2C0DB}" sibTransId="{CBDC4A16-C13E-4BF3-AD98-B0F4D6139F4A}"/>
    <dgm:cxn modelId="{13B34CCF-7C19-4678-8FAF-6853D271AE71}" srcId="{FBA6932C-76A6-499F-B990-BD02433BCA64}" destId="{4C8135F8-C0A9-49E4-9CD0-04E9DC255C13}" srcOrd="1" destOrd="0" parTransId="{DD9C0CF5-F486-40AB-BED5-732F1C3315E4}" sibTransId="{AA1F0CE5-64D0-4E63-919F-5458C2983C50}"/>
    <dgm:cxn modelId="{EB64DCD2-8A7A-4379-A712-CE3CA173454C}" srcId="{78D5D5CE-CB22-4C8E-8AD5-B43E5E76DBD6}" destId="{D92DB195-6B3E-40B1-820E-2467F564B37A}" srcOrd="1" destOrd="0" parTransId="{9BE7079B-888E-4B94-8C34-7773F679B97B}" sibTransId="{67D62C81-79B4-43D2-9274-40E6D60FEF30}"/>
    <dgm:cxn modelId="{00F0D4D3-4C6F-4DF9-937A-63A08E3F5F4C}" type="presOf" srcId="{175FE6C7-7981-4E10-9CC5-FDDEC20D9455}" destId="{AE4C13E3-83CE-4C1F-BBE8-2F70B92FB07F}" srcOrd="0" destOrd="2" presId="urn:microsoft.com/office/officeart/2005/8/layout/vList5"/>
    <dgm:cxn modelId="{9B2F38F8-A250-46FA-A7A4-95AED3A493A1}" srcId="{78D5D5CE-CB22-4C8E-8AD5-B43E5E76DBD6}" destId="{FBA6932C-76A6-499F-B990-BD02433BCA64}" srcOrd="2" destOrd="0" parTransId="{E3A11E7D-CF34-4A2D-8E4B-5865BECFE54F}" sibTransId="{432BD05B-347C-454D-804C-9CC8C3B6A23C}"/>
    <dgm:cxn modelId="{3DE5DBFB-CF29-4BB7-9D55-D55D6340A95F}" type="presOf" srcId="{78D5D5CE-CB22-4C8E-8AD5-B43E5E76DBD6}" destId="{63066B5A-489C-4FD1-8DF3-FD5453AC8AE9}" srcOrd="0" destOrd="0" presId="urn:microsoft.com/office/officeart/2005/8/layout/vList5"/>
    <dgm:cxn modelId="{B00733FC-9885-4CFC-BFBC-00E51CD57ADD}" type="presOf" srcId="{FBA6932C-76A6-499F-B990-BD02433BCA64}" destId="{1F7E249B-EE48-46A8-BD2E-66E9E1211E79}" srcOrd="0" destOrd="0" presId="urn:microsoft.com/office/officeart/2005/8/layout/vList5"/>
    <dgm:cxn modelId="{C16313FE-A809-449A-8A90-F58314432178}" type="presOf" srcId="{4C8135F8-C0A9-49E4-9CD0-04E9DC255C13}" destId="{2F2158A9-E455-403D-9114-39116E8115D8}" srcOrd="0" destOrd="1" presId="urn:microsoft.com/office/officeart/2005/8/layout/vList5"/>
    <dgm:cxn modelId="{23A3B7FE-E039-4EC4-B0A3-539AC6825069}" type="presOf" srcId="{6A09BFFF-2BB0-4826-A513-626E48D9A559}" destId="{2F2158A9-E455-403D-9114-39116E8115D8}" srcOrd="0" destOrd="3" presId="urn:microsoft.com/office/officeart/2005/8/layout/vList5"/>
    <dgm:cxn modelId="{4E4A452F-81A0-4B11-99C1-FE9E9DB03B63}" type="presParOf" srcId="{63066B5A-489C-4FD1-8DF3-FD5453AC8AE9}" destId="{605BAE28-6DBF-4DBF-8DE8-0126CD8E4953}" srcOrd="0" destOrd="0" presId="urn:microsoft.com/office/officeart/2005/8/layout/vList5"/>
    <dgm:cxn modelId="{66CE04B3-8DB9-460D-8381-2483F613D631}" type="presParOf" srcId="{605BAE28-6DBF-4DBF-8DE8-0126CD8E4953}" destId="{2D1C0A8B-CFB9-47E0-B79D-B7F3F09C4CE0}" srcOrd="0" destOrd="0" presId="urn:microsoft.com/office/officeart/2005/8/layout/vList5"/>
    <dgm:cxn modelId="{FA044E21-6719-4AE8-B0C1-829B69870CD5}" type="presParOf" srcId="{605BAE28-6DBF-4DBF-8DE8-0126CD8E4953}" destId="{819B6741-63D3-4A6B-B888-F378A76DD771}" srcOrd="1" destOrd="0" presId="urn:microsoft.com/office/officeart/2005/8/layout/vList5"/>
    <dgm:cxn modelId="{6DF329AA-4AE5-4998-9D9E-E1FE4C4B8BD5}" type="presParOf" srcId="{63066B5A-489C-4FD1-8DF3-FD5453AC8AE9}" destId="{F1A1884B-5850-41FA-93E1-DFA1479982D5}" srcOrd="1" destOrd="0" presId="urn:microsoft.com/office/officeart/2005/8/layout/vList5"/>
    <dgm:cxn modelId="{3804497B-CDE4-47CC-8299-DF8DE217C125}" type="presParOf" srcId="{63066B5A-489C-4FD1-8DF3-FD5453AC8AE9}" destId="{2D4392CD-4E58-461D-A683-A731B936375A}" srcOrd="2" destOrd="0" presId="urn:microsoft.com/office/officeart/2005/8/layout/vList5"/>
    <dgm:cxn modelId="{DD438B7D-4E0C-4B5C-801F-591D7E87AF8E}" type="presParOf" srcId="{2D4392CD-4E58-461D-A683-A731B936375A}" destId="{B990E56D-4C07-44D4-9669-DA0F3FC8F827}" srcOrd="0" destOrd="0" presId="urn:microsoft.com/office/officeart/2005/8/layout/vList5"/>
    <dgm:cxn modelId="{5A46B80B-4B2B-406D-8FD1-AD687C9FE943}" type="presParOf" srcId="{2D4392CD-4E58-461D-A683-A731B936375A}" destId="{AE4C13E3-83CE-4C1F-BBE8-2F70B92FB07F}" srcOrd="1" destOrd="0" presId="urn:microsoft.com/office/officeart/2005/8/layout/vList5"/>
    <dgm:cxn modelId="{D6A7E2FB-BF37-425C-BDD8-A59816F4185C}" type="presParOf" srcId="{63066B5A-489C-4FD1-8DF3-FD5453AC8AE9}" destId="{3BD4937A-06EA-4F68-AADE-2A8360F4F986}" srcOrd="3" destOrd="0" presId="urn:microsoft.com/office/officeart/2005/8/layout/vList5"/>
    <dgm:cxn modelId="{FD47AD9D-B42B-4177-860B-66BBF9FA5DCB}" type="presParOf" srcId="{63066B5A-489C-4FD1-8DF3-FD5453AC8AE9}" destId="{7540FC8A-9411-4D58-9D37-5F563468AE15}" srcOrd="4" destOrd="0" presId="urn:microsoft.com/office/officeart/2005/8/layout/vList5"/>
    <dgm:cxn modelId="{02A69D02-68DE-4821-B1DA-CCEB6E3D7D88}" type="presParOf" srcId="{7540FC8A-9411-4D58-9D37-5F563468AE15}" destId="{1F7E249B-EE48-46A8-BD2E-66E9E1211E79}" srcOrd="0" destOrd="0" presId="urn:microsoft.com/office/officeart/2005/8/layout/vList5"/>
    <dgm:cxn modelId="{438F2490-9A4F-461B-8015-AE83C753A5DF}" type="presParOf" srcId="{7540FC8A-9411-4D58-9D37-5F563468AE15}" destId="{2F2158A9-E455-403D-9114-39116E8115D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ECE12C-C4D9-4DE6-86DE-31720372395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0_3" csCatId="mainScheme" phldr="1"/>
      <dgm:spPr/>
      <dgm:t>
        <a:bodyPr/>
        <a:lstStyle/>
        <a:p>
          <a:endParaRPr lang="en-US"/>
        </a:p>
      </dgm:t>
    </dgm:pt>
    <dgm:pt modelId="{BDDFBA22-9AD0-4A4B-83B8-D203693E7AAE}">
      <dgm:prSet/>
      <dgm:spPr/>
      <dgm:t>
        <a:bodyPr/>
        <a:lstStyle/>
        <a:p>
          <a:pPr>
            <a:defRPr cap="all"/>
          </a:pPr>
          <a:r>
            <a:rPr lang="en-US"/>
            <a:t>Task Manager</a:t>
          </a:r>
        </a:p>
      </dgm:t>
    </dgm:pt>
    <dgm:pt modelId="{DB5360A4-CB52-404A-8748-67CCD4C08E54}" type="parTrans" cxnId="{510819EF-0DEF-4AB9-8A70-F4F6B2B6E61C}">
      <dgm:prSet/>
      <dgm:spPr/>
      <dgm:t>
        <a:bodyPr/>
        <a:lstStyle/>
        <a:p>
          <a:endParaRPr lang="en-US"/>
        </a:p>
      </dgm:t>
    </dgm:pt>
    <dgm:pt modelId="{E950861D-5731-470A-88CD-3101207D0B68}" type="sibTrans" cxnId="{510819EF-0DEF-4AB9-8A70-F4F6B2B6E61C}">
      <dgm:prSet/>
      <dgm:spPr/>
      <dgm:t>
        <a:bodyPr/>
        <a:lstStyle/>
        <a:p>
          <a:endParaRPr lang="en-US"/>
        </a:p>
      </dgm:t>
    </dgm:pt>
    <dgm:pt modelId="{EC92588D-CA74-410D-B90C-73627B7346CB}">
      <dgm:prSet/>
      <dgm:spPr/>
      <dgm:t>
        <a:bodyPr/>
        <a:lstStyle/>
        <a:p>
          <a:pPr>
            <a:defRPr cap="all"/>
          </a:pPr>
          <a:r>
            <a:rPr lang="en-US"/>
            <a:t>Equipment Manager</a:t>
          </a:r>
        </a:p>
      </dgm:t>
    </dgm:pt>
    <dgm:pt modelId="{4C6239D9-C73F-478E-AC5F-0B800163823B}" type="parTrans" cxnId="{20FFC973-AE46-4F00-B75A-BDA5CD75841E}">
      <dgm:prSet/>
      <dgm:spPr/>
      <dgm:t>
        <a:bodyPr/>
        <a:lstStyle/>
        <a:p>
          <a:endParaRPr lang="en-US"/>
        </a:p>
      </dgm:t>
    </dgm:pt>
    <dgm:pt modelId="{CE484714-37A7-48A2-8BA4-F7CBD689520E}" type="sibTrans" cxnId="{20FFC973-AE46-4F00-B75A-BDA5CD75841E}">
      <dgm:prSet/>
      <dgm:spPr/>
      <dgm:t>
        <a:bodyPr/>
        <a:lstStyle/>
        <a:p>
          <a:endParaRPr lang="en-US"/>
        </a:p>
      </dgm:t>
    </dgm:pt>
    <dgm:pt modelId="{2C041C19-25E9-44A4-A3B0-45EE6A0F6AC5}">
      <dgm:prSet/>
      <dgm:spPr/>
      <dgm:t>
        <a:bodyPr/>
        <a:lstStyle/>
        <a:p>
          <a:pPr>
            <a:defRPr cap="all"/>
          </a:pPr>
          <a:r>
            <a:rPr lang="en-US" dirty="0"/>
            <a:t>Robot </a:t>
          </a:r>
        </a:p>
      </dgm:t>
    </dgm:pt>
    <dgm:pt modelId="{6D15AABA-B82D-49D9-8BB4-D445CF60BFFB}" type="parTrans" cxnId="{28EBDA91-3B62-4082-9B50-14179E16ED55}">
      <dgm:prSet/>
      <dgm:spPr/>
      <dgm:t>
        <a:bodyPr/>
        <a:lstStyle/>
        <a:p>
          <a:endParaRPr lang="en-US"/>
        </a:p>
      </dgm:t>
    </dgm:pt>
    <dgm:pt modelId="{BE23EBB1-FCD6-40D8-BE6F-CE055048A829}" type="sibTrans" cxnId="{28EBDA91-3B62-4082-9B50-14179E16ED55}">
      <dgm:prSet/>
      <dgm:spPr/>
      <dgm:t>
        <a:bodyPr/>
        <a:lstStyle/>
        <a:p>
          <a:endParaRPr lang="en-US"/>
        </a:p>
      </dgm:t>
    </dgm:pt>
    <dgm:pt modelId="{C4EA690C-51EC-406E-B042-675D860BB6AC}" type="pres">
      <dgm:prSet presAssocID="{2AECE12C-C4D9-4DE6-86DE-317203723958}" presName="root" presStyleCnt="0">
        <dgm:presLayoutVars>
          <dgm:dir/>
          <dgm:resizeHandles val="exact"/>
        </dgm:presLayoutVars>
      </dgm:prSet>
      <dgm:spPr/>
    </dgm:pt>
    <dgm:pt modelId="{8BB0959F-E3E4-4CA7-8720-055C1E8AFC56}" type="pres">
      <dgm:prSet presAssocID="{BDDFBA22-9AD0-4A4B-83B8-D203693E7AAE}" presName="compNode" presStyleCnt="0"/>
      <dgm:spPr/>
    </dgm:pt>
    <dgm:pt modelId="{74F23B6B-061C-4385-BA9B-FD34631CE7E5}" type="pres">
      <dgm:prSet presAssocID="{BDDFBA22-9AD0-4A4B-83B8-D203693E7AAE}" presName="iconBgRect" presStyleLbl="bgShp" presStyleIdx="0" presStyleCnt="3"/>
      <dgm:spPr/>
    </dgm:pt>
    <dgm:pt modelId="{A0BA689F-9206-4DAD-A60F-88548A4687E8}" type="pres">
      <dgm:prSet presAssocID="{BDDFBA22-9AD0-4A4B-83B8-D203693E7A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1D78C39-1880-4FF6-94C3-5B5BAB668BA2}" type="pres">
      <dgm:prSet presAssocID="{BDDFBA22-9AD0-4A4B-83B8-D203693E7AAE}" presName="spaceRect" presStyleCnt="0"/>
      <dgm:spPr/>
    </dgm:pt>
    <dgm:pt modelId="{B5535B6E-568A-4859-A8D4-2BE85F5D678A}" type="pres">
      <dgm:prSet presAssocID="{BDDFBA22-9AD0-4A4B-83B8-D203693E7AAE}" presName="textRect" presStyleLbl="revTx" presStyleIdx="0" presStyleCnt="3">
        <dgm:presLayoutVars>
          <dgm:chMax val="1"/>
          <dgm:chPref val="1"/>
        </dgm:presLayoutVars>
      </dgm:prSet>
      <dgm:spPr/>
    </dgm:pt>
    <dgm:pt modelId="{3A426117-B3B3-4595-98FF-378BBE784EA1}" type="pres">
      <dgm:prSet presAssocID="{E950861D-5731-470A-88CD-3101207D0B68}" presName="sibTrans" presStyleCnt="0"/>
      <dgm:spPr/>
    </dgm:pt>
    <dgm:pt modelId="{E0D9659E-FFC4-4C80-9AF2-6A3B043AD32D}" type="pres">
      <dgm:prSet presAssocID="{EC92588D-CA74-410D-B90C-73627B7346CB}" presName="compNode" presStyleCnt="0"/>
      <dgm:spPr/>
    </dgm:pt>
    <dgm:pt modelId="{52BAA26B-34B7-462B-8589-3E3F44AB16FA}" type="pres">
      <dgm:prSet presAssocID="{EC92588D-CA74-410D-B90C-73627B7346CB}" presName="iconBgRect" presStyleLbl="bgShp" presStyleIdx="1" presStyleCnt="3"/>
      <dgm:spPr/>
    </dgm:pt>
    <dgm:pt modelId="{103F9C82-0A78-4E15-86AC-C4635FFF9041}" type="pres">
      <dgm:prSet presAssocID="{EC92588D-CA74-410D-B90C-73627B7346C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9277897D-04AA-4846-A39E-34F036683580}" type="pres">
      <dgm:prSet presAssocID="{EC92588D-CA74-410D-B90C-73627B7346CB}" presName="spaceRect" presStyleCnt="0"/>
      <dgm:spPr/>
    </dgm:pt>
    <dgm:pt modelId="{8998CD06-6122-49B0-BA60-87C976D142B5}" type="pres">
      <dgm:prSet presAssocID="{EC92588D-CA74-410D-B90C-73627B7346CB}" presName="textRect" presStyleLbl="revTx" presStyleIdx="1" presStyleCnt="3">
        <dgm:presLayoutVars>
          <dgm:chMax val="1"/>
          <dgm:chPref val="1"/>
        </dgm:presLayoutVars>
      </dgm:prSet>
      <dgm:spPr/>
    </dgm:pt>
    <dgm:pt modelId="{CC4B0EC4-32A6-4812-8641-1971E7B6A153}" type="pres">
      <dgm:prSet presAssocID="{CE484714-37A7-48A2-8BA4-F7CBD689520E}" presName="sibTrans" presStyleCnt="0"/>
      <dgm:spPr/>
    </dgm:pt>
    <dgm:pt modelId="{A31EFDBF-D3ED-4352-8AC5-21F7AF3B25DD}" type="pres">
      <dgm:prSet presAssocID="{2C041C19-25E9-44A4-A3B0-45EE6A0F6AC5}" presName="compNode" presStyleCnt="0"/>
      <dgm:spPr/>
    </dgm:pt>
    <dgm:pt modelId="{0ABDCE36-EEA2-4ACD-BC54-2D9C4F2DFB18}" type="pres">
      <dgm:prSet presAssocID="{2C041C19-25E9-44A4-A3B0-45EE6A0F6AC5}" presName="iconBgRect" presStyleLbl="bgShp" presStyleIdx="2" presStyleCnt="3"/>
      <dgm:spPr/>
    </dgm:pt>
    <dgm:pt modelId="{54E24E43-391C-4008-98A7-D407552FCBC1}" type="pres">
      <dgm:prSet presAssocID="{2C041C19-25E9-44A4-A3B0-45EE6A0F6AC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1076B40-F257-4177-997D-D89D75712BA2}" type="pres">
      <dgm:prSet presAssocID="{2C041C19-25E9-44A4-A3B0-45EE6A0F6AC5}" presName="spaceRect" presStyleCnt="0"/>
      <dgm:spPr/>
    </dgm:pt>
    <dgm:pt modelId="{038B59C2-91F6-4060-9FE6-4B8A9A7C5D60}" type="pres">
      <dgm:prSet presAssocID="{2C041C19-25E9-44A4-A3B0-45EE6A0F6AC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00F2F3D-A66C-403B-B9D4-BA06683C335D}" type="presOf" srcId="{2AECE12C-C4D9-4DE6-86DE-317203723958}" destId="{C4EA690C-51EC-406E-B042-675D860BB6AC}" srcOrd="0" destOrd="0" presId="urn:microsoft.com/office/officeart/2018/5/layout/IconCircleLabelList"/>
    <dgm:cxn modelId="{20FFC973-AE46-4F00-B75A-BDA5CD75841E}" srcId="{2AECE12C-C4D9-4DE6-86DE-317203723958}" destId="{EC92588D-CA74-410D-B90C-73627B7346CB}" srcOrd="1" destOrd="0" parTransId="{4C6239D9-C73F-478E-AC5F-0B800163823B}" sibTransId="{CE484714-37A7-48A2-8BA4-F7CBD689520E}"/>
    <dgm:cxn modelId="{28EBDA91-3B62-4082-9B50-14179E16ED55}" srcId="{2AECE12C-C4D9-4DE6-86DE-317203723958}" destId="{2C041C19-25E9-44A4-A3B0-45EE6A0F6AC5}" srcOrd="2" destOrd="0" parTransId="{6D15AABA-B82D-49D9-8BB4-D445CF60BFFB}" sibTransId="{BE23EBB1-FCD6-40D8-BE6F-CE055048A829}"/>
    <dgm:cxn modelId="{BAD130AF-032D-4789-BDB3-08738C86B3CB}" type="presOf" srcId="{EC92588D-CA74-410D-B90C-73627B7346CB}" destId="{8998CD06-6122-49B0-BA60-87C976D142B5}" srcOrd="0" destOrd="0" presId="urn:microsoft.com/office/officeart/2018/5/layout/IconCircleLabelList"/>
    <dgm:cxn modelId="{3886CDD3-AF88-425D-A452-12A121BB1C17}" type="presOf" srcId="{2C041C19-25E9-44A4-A3B0-45EE6A0F6AC5}" destId="{038B59C2-91F6-4060-9FE6-4B8A9A7C5D60}" srcOrd="0" destOrd="0" presId="urn:microsoft.com/office/officeart/2018/5/layout/IconCircleLabelList"/>
    <dgm:cxn modelId="{8D79EDDC-6951-41AE-97B8-7D638BCF4C53}" type="presOf" srcId="{BDDFBA22-9AD0-4A4B-83B8-D203693E7AAE}" destId="{B5535B6E-568A-4859-A8D4-2BE85F5D678A}" srcOrd="0" destOrd="0" presId="urn:microsoft.com/office/officeart/2018/5/layout/IconCircleLabelList"/>
    <dgm:cxn modelId="{510819EF-0DEF-4AB9-8A70-F4F6B2B6E61C}" srcId="{2AECE12C-C4D9-4DE6-86DE-317203723958}" destId="{BDDFBA22-9AD0-4A4B-83B8-D203693E7AAE}" srcOrd="0" destOrd="0" parTransId="{DB5360A4-CB52-404A-8748-67CCD4C08E54}" sibTransId="{E950861D-5731-470A-88CD-3101207D0B68}"/>
    <dgm:cxn modelId="{8B3215E7-62EA-4F07-954C-462BBA10E537}" type="presParOf" srcId="{C4EA690C-51EC-406E-B042-675D860BB6AC}" destId="{8BB0959F-E3E4-4CA7-8720-055C1E8AFC56}" srcOrd="0" destOrd="0" presId="urn:microsoft.com/office/officeart/2018/5/layout/IconCircleLabelList"/>
    <dgm:cxn modelId="{DB8A9766-9182-497D-8301-65BFE89DF237}" type="presParOf" srcId="{8BB0959F-E3E4-4CA7-8720-055C1E8AFC56}" destId="{74F23B6B-061C-4385-BA9B-FD34631CE7E5}" srcOrd="0" destOrd="0" presId="urn:microsoft.com/office/officeart/2018/5/layout/IconCircleLabelList"/>
    <dgm:cxn modelId="{A89BD711-AE77-42C2-9EC5-65731F0B168E}" type="presParOf" srcId="{8BB0959F-E3E4-4CA7-8720-055C1E8AFC56}" destId="{A0BA689F-9206-4DAD-A60F-88548A4687E8}" srcOrd="1" destOrd="0" presId="urn:microsoft.com/office/officeart/2018/5/layout/IconCircleLabelList"/>
    <dgm:cxn modelId="{C50F2D76-08AC-42A0-BB92-CBF39B6D4D7F}" type="presParOf" srcId="{8BB0959F-E3E4-4CA7-8720-055C1E8AFC56}" destId="{71D78C39-1880-4FF6-94C3-5B5BAB668BA2}" srcOrd="2" destOrd="0" presId="urn:microsoft.com/office/officeart/2018/5/layout/IconCircleLabelList"/>
    <dgm:cxn modelId="{D0C2C746-94FC-4381-B399-D266EB923B2D}" type="presParOf" srcId="{8BB0959F-E3E4-4CA7-8720-055C1E8AFC56}" destId="{B5535B6E-568A-4859-A8D4-2BE85F5D678A}" srcOrd="3" destOrd="0" presId="urn:microsoft.com/office/officeart/2018/5/layout/IconCircleLabelList"/>
    <dgm:cxn modelId="{CBDF29B0-74D3-441F-A8FE-B23D8F73100A}" type="presParOf" srcId="{C4EA690C-51EC-406E-B042-675D860BB6AC}" destId="{3A426117-B3B3-4595-98FF-378BBE784EA1}" srcOrd="1" destOrd="0" presId="urn:microsoft.com/office/officeart/2018/5/layout/IconCircleLabelList"/>
    <dgm:cxn modelId="{1DDB0790-F712-41A4-B4F9-7D2153BF70AD}" type="presParOf" srcId="{C4EA690C-51EC-406E-B042-675D860BB6AC}" destId="{E0D9659E-FFC4-4C80-9AF2-6A3B043AD32D}" srcOrd="2" destOrd="0" presId="urn:microsoft.com/office/officeart/2018/5/layout/IconCircleLabelList"/>
    <dgm:cxn modelId="{0C551934-BFDC-4D8B-B066-396C552B7D10}" type="presParOf" srcId="{E0D9659E-FFC4-4C80-9AF2-6A3B043AD32D}" destId="{52BAA26B-34B7-462B-8589-3E3F44AB16FA}" srcOrd="0" destOrd="0" presId="urn:microsoft.com/office/officeart/2018/5/layout/IconCircleLabelList"/>
    <dgm:cxn modelId="{18E0D867-AEE4-4674-8786-D3BB422C2A6E}" type="presParOf" srcId="{E0D9659E-FFC4-4C80-9AF2-6A3B043AD32D}" destId="{103F9C82-0A78-4E15-86AC-C4635FFF9041}" srcOrd="1" destOrd="0" presId="urn:microsoft.com/office/officeart/2018/5/layout/IconCircleLabelList"/>
    <dgm:cxn modelId="{0DF19D77-A575-4D2E-BA98-AAE2010B2938}" type="presParOf" srcId="{E0D9659E-FFC4-4C80-9AF2-6A3B043AD32D}" destId="{9277897D-04AA-4846-A39E-34F036683580}" srcOrd="2" destOrd="0" presId="urn:microsoft.com/office/officeart/2018/5/layout/IconCircleLabelList"/>
    <dgm:cxn modelId="{A2074AF5-1648-41A0-A649-DB554E1C1DF3}" type="presParOf" srcId="{E0D9659E-FFC4-4C80-9AF2-6A3B043AD32D}" destId="{8998CD06-6122-49B0-BA60-87C976D142B5}" srcOrd="3" destOrd="0" presId="urn:microsoft.com/office/officeart/2018/5/layout/IconCircleLabelList"/>
    <dgm:cxn modelId="{D2F0DBC2-86E0-4ACB-AE59-9BA7F48C7B2A}" type="presParOf" srcId="{C4EA690C-51EC-406E-B042-675D860BB6AC}" destId="{CC4B0EC4-32A6-4812-8641-1971E7B6A153}" srcOrd="3" destOrd="0" presId="urn:microsoft.com/office/officeart/2018/5/layout/IconCircleLabelList"/>
    <dgm:cxn modelId="{4B98FF82-3CA3-487F-BB2C-CEECA3E72BD2}" type="presParOf" srcId="{C4EA690C-51EC-406E-B042-675D860BB6AC}" destId="{A31EFDBF-D3ED-4352-8AC5-21F7AF3B25DD}" srcOrd="4" destOrd="0" presId="urn:microsoft.com/office/officeart/2018/5/layout/IconCircleLabelList"/>
    <dgm:cxn modelId="{098FA486-B6BC-482B-939F-440335B5B4AA}" type="presParOf" srcId="{A31EFDBF-D3ED-4352-8AC5-21F7AF3B25DD}" destId="{0ABDCE36-EEA2-4ACD-BC54-2D9C4F2DFB18}" srcOrd="0" destOrd="0" presId="urn:microsoft.com/office/officeart/2018/5/layout/IconCircleLabelList"/>
    <dgm:cxn modelId="{3720888E-8C08-40A0-BCE7-12DB9E0F1415}" type="presParOf" srcId="{A31EFDBF-D3ED-4352-8AC5-21F7AF3B25DD}" destId="{54E24E43-391C-4008-98A7-D407552FCBC1}" srcOrd="1" destOrd="0" presId="urn:microsoft.com/office/officeart/2018/5/layout/IconCircleLabelList"/>
    <dgm:cxn modelId="{578FCDBD-C735-4B32-9BB6-B30D141F1C78}" type="presParOf" srcId="{A31EFDBF-D3ED-4352-8AC5-21F7AF3B25DD}" destId="{51076B40-F257-4177-997D-D89D75712BA2}" srcOrd="2" destOrd="0" presId="urn:microsoft.com/office/officeart/2018/5/layout/IconCircleLabelList"/>
    <dgm:cxn modelId="{824631CF-6E73-44C3-B64B-2761B044E0A4}" type="presParOf" srcId="{A31EFDBF-D3ED-4352-8AC5-21F7AF3B25DD}" destId="{038B59C2-91F6-4060-9FE6-4B8A9A7C5D6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9131E02-52B3-4B0C-AC75-271B530AC41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432EE1D-D944-44B3-A97D-D473C763B4BB}">
      <dgm:prSet/>
      <dgm:spPr/>
      <dgm:t>
        <a:bodyPr/>
        <a:lstStyle/>
        <a:p>
          <a:pPr>
            <a:defRPr cap="all"/>
          </a:pPr>
          <a:r>
            <a:rPr lang="en-US" dirty="0" err="1"/>
            <a:t>ReceiveS</a:t>
          </a:r>
          <a:r>
            <a:rPr lang="en-US" dirty="0"/>
            <a:t> tasks from HMI.</a:t>
          </a:r>
        </a:p>
      </dgm:t>
    </dgm:pt>
    <dgm:pt modelId="{730A285E-A95A-4ACB-B8DE-B14F389D32A4}" type="parTrans" cxnId="{BF2CA4EF-5FB6-4B8E-81CC-93EF1D795255}">
      <dgm:prSet/>
      <dgm:spPr/>
      <dgm:t>
        <a:bodyPr/>
        <a:lstStyle/>
        <a:p>
          <a:endParaRPr lang="en-US"/>
        </a:p>
      </dgm:t>
    </dgm:pt>
    <dgm:pt modelId="{69454591-7629-4323-80AA-BD623BBAD8F8}" type="sibTrans" cxnId="{BF2CA4EF-5FB6-4B8E-81CC-93EF1D795255}">
      <dgm:prSet/>
      <dgm:spPr/>
      <dgm:t>
        <a:bodyPr/>
        <a:lstStyle/>
        <a:p>
          <a:endParaRPr lang="en-US"/>
        </a:p>
      </dgm:t>
    </dgm:pt>
    <dgm:pt modelId="{31D391B0-ACCF-482D-BC41-7F219AAA83BD}">
      <dgm:prSet/>
      <dgm:spPr/>
      <dgm:t>
        <a:bodyPr/>
        <a:lstStyle/>
        <a:p>
          <a:pPr>
            <a:defRPr cap="all"/>
          </a:pPr>
          <a:r>
            <a:rPr lang="en-US" dirty="0"/>
            <a:t>Create task objects, send TO equipment manager queue.</a:t>
          </a:r>
        </a:p>
      </dgm:t>
    </dgm:pt>
    <dgm:pt modelId="{BFE5858B-CE26-40E7-B1D4-8828E99E4266}" type="parTrans" cxnId="{303E4EE3-8811-4A7A-93F0-554EBB491BA9}">
      <dgm:prSet/>
      <dgm:spPr/>
      <dgm:t>
        <a:bodyPr/>
        <a:lstStyle/>
        <a:p>
          <a:endParaRPr lang="en-US"/>
        </a:p>
      </dgm:t>
    </dgm:pt>
    <dgm:pt modelId="{1E9B3E2F-199E-49E2-A2B9-A6C23155D649}" type="sibTrans" cxnId="{303E4EE3-8811-4A7A-93F0-554EBB491BA9}">
      <dgm:prSet/>
      <dgm:spPr/>
      <dgm:t>
        <a:bodyPr/>
        <a:lstStyle/>
        <a:p>
          <a:endParaRPr lang="en-US"/>
        </a:p>
      </dgm:t>
    </dgm:pt>
    <dgm:pt modelId="{9CF80B9A-290D-4597-8FAC-1AC2C22827ED}">
      <dgm:prSet/>
      <dgm:spPr/>
      <dgm:t>
        <a:bodyPr/>
        <a:lstStyle/>
        <a:p>
          <a:pPr>
            <a:defRPr cap="all"/>
          </a:pPr>
          <a:r>
            <a:rPr lang="en-US" dirty="0"/>
            <a:t>Defines different tasks AND script for how THEY can run.</a:t>
          </a:r>
        </a:p>
      </dgm:t>
    </dgm:pt>
    <dgm:pt modelId="{42F94705-B38E-4427-B1EA-87D5E26F14C1}" type="parTrans" cxnId="{E8850382-ADB6-4900-9097-4091C4F6D837}">
      <dgm:prSet/>
      <dgm:spPr/>
      <dgm:t>
        <a:bodyPr/>
        <a:lstStyle/>
        <a:p>
          <a:endParaRPr lang="en-US"/>
        </a:p>
      </dgm:t>
    </dgm:pt>
    <dgm:pt modelId="{E7D64670-FC3F-4204-BE50-F38847B59F20}" type="sibTrans" cxnId="{E8850382-ADB6-4900-9097-4091C4F6D837}">
      <dgm:prSet/>
      <dgm:spPr/>
      <dgm:t>
        <a:bodyPr/>
        <a:lstStyle/>
        <a:p>
          <a:endParaRPr lang="en-US"/>
        </a:p>
      </dgm:t>
    </dgm:pt>
    <dgm:pt modelId="{AFAF45DE-5EDE-4B05-A81E-294ECDE362B2}">
      <dgm:prSet/>
      <dgm:spPr/>
      <dgm:t>
        <a:bodyPr/>
        <a:lstStyle/>
        <a:p>
          <a:pPr>
            <a:defRPr cap="all"/>
          </a:pPr>
          <a:r>
            <a:rPr lang="en-US" dirty="0"/>
            <a:t>Returns exceptions when getting errors when creating task.</a:t>
          </a:r>
        </a:p>
      </dgm:t>
    </dgm:pt>
    <dgm:pt modelId="{88390B1D-1598-4D9A-9FDE-DD975A3459A3}" type="parTrans" cxnId="{3F5A6589-0AAF-4219-9D01-7C97B7CB49C2}">
      <dgm:prSet/>
      <dgm:spPr/>
      <dgm:t>
        <a:bodyPr/>
        <a:lstStyle/>
        <a:p>
          <a:endParaRPr lang="en-US"/>
        </a:p>
      </dgm:t>
    </dgm:pt>
    <dgm:pt modelId="{878C0E46-003F-417B-89E5-26DB4F938769}" type="sibTrans" cxnId="{3F5A6589-0AAF-4219-9D01-7C97B7CB49C2}">
      <dgm:prSet/>
      <dgm:spPr/>
      <dgm:t>
        <a:bodyPr/>
        <a:lstStyle/>
        <a:p>
          <a:endParaRPr lang="en-US"/>
        </a:p>
      </dgm:t>
    </dgm:pt>
    <dgm:pt modelId="{35135D99-95EF-4FDA-BB86-B496924FBC85}" type="pres">
      <dgm:prSet presAssocID="{39131E02-52B3-4B0C-AC75-271B530AC417}" presName="root" presStyleCnt="0">
        <dgm:presLayoutVars>
          <dgm:dir/>
          <dgm:resizeHandles val="exact"/>
        </dgm:presLayoutVars>
      </dgm:prSet>
      <dgm:spPr/>
    </dgm:pt>
    <dgm:pt modelId="{21F59B70-F96C-49D3-89AE-CD22ADAAEA1F}" type="pres">
      <dgm:prSet presAssocID="{0432EE1D-D944-44B3-A97D-D473C763B4BB}" presName="compNode" presStyleCnt="0"/>
      <dgm:spPr/>
    </dgm:pt>
    <dgm:pt modelId="{560004BD-5C3C-4DC4-A5E9-13C8279DE1F4}" type="pres">
      <dgm:prSet presAssocID="{0432EE1D-D944-44B3-A97D-D473C763B4BB}" presName="iconBgRect" presStyleLbl="bgShp" presStyleIdx="0" presStyleCnt="4"/>
      <dgm:spPr/>
    </dgm:pt>
    <dgm:pt modelId="{771A105A-25F7-4F8B-8635-A105ED98C817}" type="pres">
      <dgm:prSet presAssocID="{0432EE1D-D944-44B3-A97D-D473C763B4B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91A8960D-CF1D-42A5-9A41-BA9A0C98497A}" type="pres">
      <dgm:prSet presAssocID="{0432EE1D-D944-44B3-A97D-D473C763B4BB}" presName="spaceRect" presStyleCnt="0"/>
      <dgm:spPr/>
    </dgm:pt>
    <dgm:pt modelId="{BAED5485-B733-412C-9AE3-664DBE359821}" type="pres">
      <dgm:prSet presAssocID="{0432EE1D-D944-44B3-A97D-D473C763B4BB}" presName="textRect" presStyleLbl="revTx" presStyleIdx="0" presStyleCnt="4">
        <dgm:presLayoutVars>
          <dgm:chMax val="1"/>
          <dgm:chPref val="1"/>
        </dgm:presLayoutVars>
      </dgm:prSet>
      <dgm:spPr/>
    </dgm:pt>
    <dgm:pt modelId="{D73EF5EC-5F24-4185-AC81-2C140CCF415B}" type="pres">
      <dgm:prSet presAssocID="{69454591-7629-4323-80AA-BD623BBAD8F8}" presName="sibTrans" presStyleCnt="0"/>
      <dgm:spPr/>
    </dgm:pt>
    <dgm:pt modelId="{423902E9-7804-45BF-B5D6-884D7C8A97DB}" type="pres">
      <dgm:prSet presAssocID="{31D391B0-ACCF-482D-BC41-7F219AAA83BD}" presName="compNode" presStyleCnt="0"/>
      <dgm:spPr/>
    </dgm:pt>
    <dgm:pt modelId="{942E2CFC-C214-4B77-9DC5-C691804F915C}" type="pres">
      <dgm:prSet presAssocID="{31D391B0-ACCF-482D-BC41-7F219AAA83BD}" presName="iconBgRect" presStyleLbl="bgShp" presStyleIdx="1" presStyleCnt="4"/>
      <dgm:spPr/>
    </dgm:pt>
    <dgm:pt modelId="{5C6CB4B9-3054-441A-A74A-4E91623C36B2}" type="pres">
      <dgm:prSet presAssocID="{31D391B0-ACCF-482D-BC41-7F219AAA83B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890F51F3-2F2B-4ADE-A1B1-ABCFE677F5D9}" type="pres">
      <dgm:prSet presAssocID="{31D391B0-ACCF-482D-BC41-7F219AAA83BD}" presName="spaceRect" presStyleCnt="0"/>
      <dgm:spPr/>
    </dgm:pt>
    <dgm:pt modelId="{C4428A32-E60F-4B9C-A4C9-2B03D804DE92}" type="pres">
      <dgm:prSet presAssocID="{31D391B0-ACCF-482D-BC41-7F219AAA83BD}" presName="textRect" presStyleLbl="revTx" presStyleIdx="1" presStyleCnt="4">
        <dgm:presLayoutVars>
          <dgm:chMax val="1"/>
          <dgm:chPref val="1"/>
        </dgm:presLayoutVars>
      </dgm:prSet>
      <dgm:spPr/>
    </dgm:pt>
    <dgm:pt modelId="{D060A640-EBC9-408F-9B61-D5CCD7C51849}" type="pres">
      <dgm:prSet presAssocID="{1E9B3E2F-199E-49E2-A2B9-A6C23155D649}" presName="sibTrans" presStyleCnt="0"/>
      <dgm:spPr/>
    </dgm:pt>
    <dgm:pt modelId="{0583CCBA-3F41-4852-8C22-D27B46F267A0}" type="pres">
      <dgm:prSet presAssocID="{9CF80B9A-290D-4597-8FAC-1AC2C22827ED}" presName="compNode" presStyleCnt="0"/>
      <dgm:spPr/>
    </dgm:pt>
    <dgm:pt modelId="{967F3520-7FA4-4F7C-A5AF-40605343CD36}" type="pres">
      <dgm:prSet presAssocID="{9CF80B9A-290D-4597-8FAC-1AC2C22827ED}" presName="iconBgRect" presStyleLbl="bgShp" presStyleIdx="2" presStyleCnt="4"/>
      <dgm:spPr/>
    </dgm:pt>
    <dgm:pt modelId="{D19E3473-92A4-492E-9447-1CD6C6D85127}" type="pres">
      <dgm:prSet presAssocID="{9CF80B9A-290D-4597-8FAC-1AC2C22827E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26EBA1A-2D78-4626-99C2-2FFD44DF83F3}" type="pres">
      <dgm:prSet presAssocID="{9CF80B9A-290D-4597-8FAC-1AC2C22827ED}" presName="spaceRect" presStyleCnt="0"/>
      <dgm:spPr/>
    </dgm:pt>
    <dgm:pt modelId="{528B4077-2472-475E-8045-9B472B27B2DB}" type="pres">
      <dgm:prSet presAssocID="{9CF80B9A-290D-4597-8FAC-1AC2C22827ED}" presName="textRect" presStyleLbl="revTx" presStyleIdx="2" presStyleCnt="4">
        <dgm:presLayoutVars>
          <dgm:chMax val="1"/>
          <dgm:chPref val="1"/>
        </dgm:presLayoutVars>
      </dgm:prSet>
      <dgm:spPr/>
    </dgm:pt>
    <dgm:pt modelId="{47AB1ADA-378C-4C2A-8A07-4FA1378FA04C}" type="pres">
      <dgm:prSet presAssocID="{E7D64670-FC3F-4204-BE50-F38847B59F20}" presName="sibTrans" presStyleCnt="0"/>
      <dgm:spPr/>
    </dgm:pt>
    <dgm:pt modelId="{86F2E301-F564-449D-A116-C26F0A4270BE}" type="pres">
      <dgm:prSet presAssocID="{AFAF45DE-5EDE-4B05-A81E-294ECDE362B2}" presName="compNode" presStyleCnt="0"/>
      <dgm:spPr/>
    </dgm:pt>
    <dgm:pt modelId="{E7BA4DDE-77A5-4BDD-B6F3-669CBD0CF6D7}" type="pres">
      <dgm:prSet presAssocID="{AFAF45DE-5EDE-4B05-A81E-294ECDE362B2}" presName="iconBgRect" presStyleLbl="bgShp" presStyleIdx="3" presStyleCnt="4"/>
      <dgm:spPr/>
    </dgm:pt>
    <dgm:pt modelId="{99556F89-36D7-49CE-8F74-6A0449A1C3BA}" type="pres">
      <dgm:prSet presAssocID="{AFAF45DE-5EDE-4B05-A81E-294ECDE362B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6C57D4B3-6FD4-404E-9177-1D9B86CBB209}" type="pres">
      <dgm:prSet presAssocID="{AFAF45DE-5EDE-4B05-A81E-294ECDE362B2}" presName="spaceRect" presStyleCnt="0"/>
      <dgm:spPr/>
    </dgm:pt>
    <dgm:pt modelId="{3C95AD4A-25C5-4160-8A58-FFA5095D1B55}" type="pres">
      <dgm:prSet presAssocID="{AFAF45DE-5EDE-4B05-A81E-294ECDE362B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8A5FA13-D890-4C3F-AF85-EAA634609D18}" type="presOf" srcId="{0432EE1D-D944-44B3-A97D-D473C763B4BB}" destId="{BAED5485-B733-412C-9AE3-664DBE359821}" srcOrd="0" destOrd="0" presId="urn:microsoft.com/office/officeart/2018/5/layout/IconCircleLabelList"/>
    <dgm:cxn modelId="{8394A15D-614D-4426-AF49-A9C67D64C26A}" type="presOf" srcId="{39131E02-52B3-4B0C-AC75-271B530AC417}" destId="{35135D99-95EF-4FDA-BB86-B496924FBC85}" srcOrd="0" destOrd="0" presId="urn:microsoft.com/office/officeart/2018/5/layout/IconCircleLabelList"/>
    <dgm:cxn modelId="{4B0A4C61-9AB2-4728-9403-7D45D8C4D83F}" type="presOf" srcId="{31D391B0-ACCF-482D-BC41-7F219AAA83BD}" destId="{C4428A32-E60F-4B9C-A4C9-2B03D804DE92}" srcOrd="0" destOrd="0" presId="urn:microsoft.com/office/officeart/2018/5/layout/IconCircleLabelList"/>
    <dgm:cxn modelId="{DC2A0258-292F-4796-9E85-F842051987C8}" type="presOf" srcId="{9CF80B9A-290D-4597-8FAC-1AC2C22827ED}" destId="{528B4077-2472-475E-8045-9B472B27B2DB}" srcOrd="0" destOrd="0" presId="urn:microsoft.com/office/officeart/2018/5/layout/IconCircleLabelList"/>
    <dgm:cxn modelId="{E8850382-ADB6-4900-9097-4091C4F6D837}" srcId="{39131E02-52B3-4B0C-AC75-271B530AC417}" destId="{9CF80B9A-290D-4597-8FAC-1AC2C22827ED}" srcOrd="2" destOrd="0" parTransId="{42F94705-B38E-4427-B1EA-87D5E26F14C1}" sibTransId="{E7D64670-FC3F-4204-BE50-F38847B59F20}"/>
    <dgm:cxn modelId="{3F5A6589-0AAF-4219-9D01-7C97B7CB49C2}" srcId="{39131E02-52B3-4B0C-AC75-271B530AC417}" destId="{AFAF45DE-5EDE-4B05-A81E-294ECDE362B2}" srcOrd="3" destOrd="0" parTransId="{88390B1D-1598-4D9A-9FDE-DD975A3459A3}" sibTransId="{878C0E46-003F-417B-89E5-26DB4F938769}"/>
    <dgm:cxn modelId="{E2D5289C-B59B-4DFD-8466-8620FB5CC078}" type="presOf" srcId="{AFAF45DE-5EDE-4B05-A81E-294ECDE362B2}" destId="{3C95AD4A-25C5-4160-8A58-FFA5095D1B55}" srcOrd="0" destOrd="0" presId="urn:microsoft.com/office/officeart/2018/5/layout/IconCircleLabelList"/>
    <dgm:cxn modelId="{303E4EE3-8811-4A7A-93F0-554EBB491BA9}" srcId="{39131E02-52B3-4B0C-AC75-271B530AC417}" destId="{31D391B0-ACCF-482D-BC41-7F219AAA83BD}" srcOrd="1" destOrd="0" parTransId="{BFE5858B-CE26-40E7-B1D4-8828E99E4266}" sibTransId="{1E9B3E2F-199E-49E2-A2B9-A6C23155D649}"/>
    <dgm:cxn modelId="{BF2CA4EF-5FB6-4B8E-81CC-93EF1D795255}" srcId="{39131E02-52B3-4B0C-AC75-271B530AC417}" destId="{0432EE1D-D944-44B3-A97D-D473C763B4BB}" srcOrd="0" destOrd="0" parTransId="{730A285E-A95A-4ACB-B8DE-B14F389D32A4}" sibTransId="{69454591-7629-4323-80AA-BD623BBAD8F8}"/>
    <dgm:cxn modelId="{94D7B12D-8EBB-404E-ABC8-BD7482EB1C68}" type="presParOf" srcId="{35135D99-95EF-4FDA-BB86-B496924FBC85}" destId="{21F59B70-F96C-49D3-89AE-CD22ADAAEA1F}" srcOrd="0" destOrd="0" presId="urn:microsoft.com/office/officeart/2018/5/layout/IconCircleLabelList"/>
    <dgm:cxn modelId="{1BFA3DFE-C26F-4021-BB14-AA8F0979E217}" type="presParOf" srcId="{21F59B70-F96C-49D3-89AE-CD22ADAAEA1F}" destId="{560004BD-5C3C-4DC4-A5E9-13C8279DE1F4}" srcOrd="0" destOrd="0" presId="urn:microsoft.com/office/officeart/2018/5/layout/IconCircleLabelList"/>
    <dgm:cxn modelId="{9CA70AE4-4B84-403F-93D2-F5D3110F61A3}" type="presParOf" srcId="{21F59B70-F96C-49D3-89AE-CD22ADAAEA1F}" destId="{771A105A-25F7-4F8B-8635-A105ED98C817}" srcOrd="1" destOrd="0" presId="urn:microsoft.com/office/officeart/2018/5/layout/IconCircleLabelList"/>
    <dgm:cxn modelId="{042DC434-7EA2-46ED-A192-61E6AA206D8A}" type="presParOf" srcId="{21F59B70-F96C-49D3-89AE-CD22ADAAEA1F}" destId="{91A8960D-CF1D-42A5-9A41-BA9A0C98497A}" srcOrd="2" destOrd="0" presId="urn:microsoft.com/office/officeart/2018/5/layout/IconCircleLabelList"/>
    <dgm:cxn modelId="{0F6DFD76-7BCC-4542-9BD6-D848E83911DB}" type="presParOf" srcId="{21F59B70-F96C-49D3-89AE-CD22ADAAEA1F}" destId="{BAED5485-B733-412C-9AE3-664DBE359821}" srcOrd="3" destOrd="0" presId="urn:microsoft.com/office/officeart/2018/5/layout/IconCircleLabelList"/>
    <dgm:cxn modelId="{6913035D-0D5C-417C-A982-CE235B128DF0}" type="presParOf" srcId="{35135D99-95EF-4FDA-BB86-B496924FBC85}" destId="{D73EF5EC-5F24-4185-AC81-2C140CCF415B}" srcOrd="1" destOrd="0" presId="urn:microsoft.com/office/officeart/2018/5/layout/IconCircleLabelList"/>
    <dgm:cxn modelId="{32D873C0-DADB-407D-9E53-408A8AAE1636}" type="presParOf" srcId="{35135D99-95EF-4FDA-BB86-B496924FBC85}" destId="{423902E9-7804-45BF-B5D6-884D7C8A97DB}" srcOrd="2" destOrd="0" presId="urn:microsoft.com/office/officeart/2018/5/layout/IconCircleLabelList"/>
    <dgm:cxn modelId="{2E9FFBF6-84E9-4B77-BDDA-8BFE459EC126}" type="presParOf" srcId="{423902E9-7804-45BF-B5D6-884D7C8A97DB}" destId="{942E2CFC-C214-4B77-9DC5-C691804F915C}" srcOrd="0" destOrd="0" presId="urn:microsoft.com/office/officeart/2018/5/layout/IconCircleLabelList"/>
    <dgm:cxn modelId="{EFCDAB43-7ECA-478B-BDDC-6996238D9106}" type="presParOf" srcId="{423902E9-7804-45BF-B5D6-884D7C8A97DB}" destId="{5C6CB4B9-3054-441A-A74A-4E91623C36B2}" srcOrd="1" destOrd="0" presId="urn:microsoft.com/office/officeart/2018/5/layout/IconCircleLabelList"/>
    <dgm:cxn modelId="{D7E88287-2C26-4383-8A0A-5674FF2C879E}" type="presParOf" srcId="{423902E9-7804-45BF-B5D6-884D7C8A97DB}" destId="{890F51F3-2F2B-4ADE-A1B1-ABCFE677F5D9}" srcOrd="2" destOrd="0" presId="urn:microsoft.com/office/officeart/2018/5/layout/IconCircleLabelList"/>
    <dgm:cxn modelId="{D6BD348E-F9FF-4423-93A3-A64DF0045F45}" type="presParOf" srcId="{423902E9-7804-45BF-B5D6-884D7C8A97DB}" destId="{C4428A32-E60F-4B9C-A4C9-2B03D804DE92}" srcOrd="3" destOrd="0" presId="urn:microsoft.com/office/officeart/2018/5/layout/IconCircleLabelList"/>
    <dgm:cxn modelId="{B6FA9743-AD08-45AD-BF55-4E7FAE86CE88}" type="presParOf" srcId="{35135D99-95EF-4FDA-BB86-B496924FBC85}" destId="{D060A640-EBC9-408F-9B61-D5CCD7C51849}" srcOrd="3" destOrd="0" presId="urn:microsoft.com/office/officeart/2018/5/layout/IconCircleLabelList"/>
    <dgm:cxn modelId="{95BC40F9-B81D-4434-A4E6-F05E98DEB7C1}" type="presParOf" srcId="{35135D99-95EF-4FDA-BB86-B496924FBC85}" destId="{0583CCBA-3F41-4852-8C22-D27B46F267A0}" srcOrd="4" destOrd="0" presId="urn:microsoft.com/office/officeart/2018/5/layout/IconCircleLabelList"/>
    <dgm:cxn modelId="{8867A511-7503-4627-8E36-690B73C96929}" type="presParOf" srcId="{0583CCBA-3F41-4852-8C22-D27B46F267A0}" destId="{967F3520-7FA4-4F7C-A5AF-40605343CD36}" srcOrd="0" destOrd="0" presId="urn:microsoft.com/office/officeart/2018/5/layout/IconCircleLabelList"/>
    <dgm:cxn modelId="{B3865A33-8D85-41B7-84BA-DAA35E148BFE}" type="presParOf" srcId="{0583CCBA-3F41-4852-8C22-D27B46F267A0}" destId="{D19E3473-92A4-492E-9447-1CD6C6D85127}" srcOrd="1" destOrd="0" presId="urn:microsoft.com/office/officeart/2018/5/layout/IconCircleLabelList"/>
    <dgm:cxn modelId="{FFDA3239-7915-449B-99B5-7E97EFDC021D}" type="presParOf" srcId="{0583CCBA-3F41-4852-8C22-D27B46F267A0}" destId="{D26EBA1A-2D78-4626-99C2-2FFD44DF83F3}" srcOrd="2" destOrd="0" presId="urn:microsoft.com/office/officeart/2018/5/layout/IconCircleLabelList"/>
    <dgm:cxn modelId="{A6853F90-F375-4F88-B509-6D79E37876EF}" type="presParOf" srcId="{0583CCBA-3F41-4852-8C22-D27B46F267A0}" destId="{528B4077-2472-475E-8045-9B472B27B2DB}" srcOrd="3" destOrd="0" presId="urn:microsoft.com/office/officeart/2018/5/layout/IconCircleLabelList"/>
    <dgm:cxn modelId="{93198850-7B57-45B1-8E50-CCE6A70198AE}" type="presParOf" srcId="{35135D99-95EF-4FDA-BB86-B496924FBC85}" destId="{47AB1ADA-378C-4C2A-8A07-4FA1378FA04C}" srcOrd="5" destOrd="0" presId="urn:microsoft.com/office/officeart/2018/5/layout/IconCircleLabelList"/>
    <dgm:cxn modelId="{F9F08D65-F351-4D84-B634-28D4B5EF9865}" type="presParOf" srcId="{35135D99-95EF-4FDA-BB86-B496924FBC85}" destId="{86F2E301-F564-449D-A116-C26F0A4270BE}" srcOrd="6" destOrd="0" presId="urn:microsoft.com/office/officeart/2018/5/layout/IconCircleLabelList"/>
    <dgm:cxn modelId="{3CF55C7F-AD66-40DF-B2C1-47708F172A11}" type="presParOf" srcId="{86F2E301-F564-449D-A116-C26F0A4270BE}" destId="{E7BA4DDE-77A5-4BDD-B6F3-669CBD0CF6D7}" srcOrd="0" destOrd="0" presId="urn:microsoft.com/office/officeart/2018/5/layout/IconCircleLabelList"/>
    <dgm:cxn modelId="{B5040A56-5F21-47A0-B27C-3E1B2CD70498}" type="presParOf" srcId="{86F2E301-F564-449D-A116-C26F0A4270BE}" destId="{99556F89-36D7-49CE-8F74-6A0449A1C3BA}" srcOrd="1" destOrd="0" presId="urn:microsoft.com/office/officeart/2018/5/layout/IconCircleLabelList"/>
    <dgm:cxn modelId="{95A3D715-CFD4-42D5-A785-EF432A66E2C5}" type="presParOf" srcId="{86F2E301-F564-449D-A116-C26F0A4270BE}" destId="{6C57D4B3-6FD4-404E-9177-1D9B86CBB209}" srcOrd="2" destOrd="0" presId="urn:microsoft.com/office/officeart/2018/5/layout/IconCircleLabelList"/>
    <dgm:cxn modelId="{75A7B16A-4E2C-42EE-BE20-8A8A642AF902}" type="presParOf" srcId="{86F2E301-F564-449D-A116-C26F0A4270BE}" destId="{3C95AD4A-25C5-4160-8A58-FFA5095D1B5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FF38AED-9AC5-4402-A57B-290093F446FC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B90CBC9-0B84-4AA3-93C3-9C97362A7F9A}">
      <dgm:prSet/>
      <dgm:spPr/>
      <dgm:t>
        <a:bodyPr/>
        <a:lstStyle/>
        <a:p>
          <a:r>
            <a:rPr lang="en-US" dirty="0"/>
            <a:t>RUNS AS A THREAD.</a:t>
          </a:r>
        </a:p>
      </dgm:t>
    </dgm:pt>
    <dgm:pt modelId="{FA691803-3918-41E1-9567-5CEC8381C656}" type="parTrans" cxnId="{4C27CBEE-7E83-4E08-BF5A-B0C1BFF81860}">
      <dgm:prSet/>
      <dgm:spPr/>
      <dgm:t>
        <a:bodyPr/>
        <a:lstStyle/>
        <a:p>
          <a:endParaRPr lang="en-US"/>
        </a:p>
      </dgm:t>
    </dgm:pt>
    <dgm:pt modelId="{B4D3E611-5E69-49C0-AE6A-ABB89400CFDA}" type="sibTrans" cxnId="{4C27CBEE-7E83-4E08-BF5A-B0C1BFF81860}">
      <dgm:prSet/>
      <dgm:spPr/>
      <dgm:t>
        <a:bodyPr/>
        <a:lstStyle/>
        <a:p>
          <a:endParaRPr lang="en-US"/>
        </a:p>
      </dgm:t>
    </dgm:pt>
    <dgm:pt modelId="{72BDD899-0935-4D44-BB76-AA9DB25FE542}">
      <dgm:prSet/>
      <dgm:spPr/>
      <dgm:t>
        <a:bodyPr/>
        <a:lstStyle/>
        <a:p>
          <a:r>
            <a:rPr lang="en-US" dirty="0"/>
            <a:t>DISTRIBUTES TASKS TO THE MOST SUITABLE ROBOT.</a:t>
          </a:r>
        </a:p>
      </dgm:t>
    </dgm:pt>
    <dgm:pt modelId="{63317BA2-D4BD-438A-A758-7FC005673968}" type="parTrans" cxnId="{6BE900BB-B096-409B-9ABB-B06DF365EFC1}">
      <dgm:prSet/>
      <dgm:spPr/>
      <dgm:t>
        <a:bodyPr/>
        <a:lstStyle/>
        <a:p>
          <a:endParaRPr lang="en-US"/>
        </a:p>
      </dgm:t>
    </dgm:pt>
    <dgm:pt modelId="{B4E50B4B-60A8-43F8-9163-68FF68D9E063}" type="sibTrans" cxnId="{6BE900BB-B096-409B-9ABB-B06DF365EFC1}">
      <dgm:prSet/>
      <dgm:spPr/>
      <dgm:t>
        <a:bodyPr/>
        <a:lstStyle/>
        <a:p>
          <a:endParaRPr lang="en-US"/>
        </a:p>
      </dgm:t>
    </dgm:pt>
    <dgm:pt modelId="{6EEB4992-6151-41D7-BE9A-1035366E60E8}">
      <dgm:prSet/>
      <dgm:spPr/>
      <dgm:t>
        <a:bodyPr/>
        <a:lstStyle/>
        <a:p>
          <a:r>
            <a:rPr lang="en-US" dirty="0"/>
            <a:t>DECIDES WHICH TASKS A ROBOT SHOULD DO WHEN IT FINISHES ITS TASK.</a:t>
          </a:r>
        </a:p>
      </dgm:t>
    </dgm:pt>
    <dgm:pt modelId="{95A372A1-EDB1-4D44-A9F4-9723622C9756}" type="parTrans" cxnId="{E79FFD25-D453-4216-9340-D19BF8C4E648}">
      <dgm:prSet/>
      <dgm:spPr/>
      <dgm:t>
        <a:bodyPr/>
        <a:lstStyle/>
        <a:p>
          <a:endParaRPr lang="en-US"/>
        </a:p>
      </dgm:t>
    </dgm:pt>
    <dgm:pt modelId="{ACD91A09-8B3C-42C7-B717-020FB68E600D}" type="sibTrans" cxnId="{E79FFD25-D453-4216-9340-D19BF8C4E648}">
      <dgm:prSet/>
      <dgm:spPr/>
      <dgm:t>
        <a:bodyPr/>
        <a:lstStyle/>
        <a:p>
          <a:endParaRPr lang="en-US"/>
        </a:p>
      </dgm:t>
    </dgm:pt>
    <dgm:pt modelId="{D8EBE04A-8BC5-402D-ACBA-BD363F526AFF}" type="pres">
      <dgm:prSet presAssocID="{1FF38AED-9AC5-4402-A57B-290093F446FC}" presName="diagram" presStyleCnt="0">
        <dgm:presLayoutVars>
          <dgm:dir/>
          <dgm:resizeHandles val="exact"/>
        </dgm:presLayoutVars>
      </dgm:prSet>
      <dgm:spPr/>
    </dgm:pt>
    <dgm:pt modelId="{85F9E692-AB25-4458-993B-310F9252EE97}" type="pres">
      <dgm:prSet presAssocID="{7B90CBC9-0B84-4AA3-93C3-9C97362A7F9A}" presName="node" presStyleLbl="node1" presStyleIdx="0" presStyleCnt="3">
        <dgm:presLayoutVars>
          <dgm:bulletEnabled val="1"/>
        </dgm:presLayoutVars>
      </dgm:prSet>
      <dgm:spPr/>
    </dgm:pt>
    <dgm:pt modelId="{61A8FF7C-FEA8-4E73-877D-1B270BD1F97F}" type="pres">
      <dgm:prSet presAssocID="{B4D3E611-5E69-49C0-AE6A-ABB89400CFDA}" presName="sibTrans" presStyleCnt="0"/>
      <dgm:spPr/>
    </dgm:pt>
    <dgm:pt modelId="{E68E220F-E8FC-40B2-9B3D-793CAB55EA68}" type="pres">
      <dgm:prSet presAssocID="{72BDD899-0935-4D44-BB76-AA9DB25FE542}" presName="node" presStyleLbl="node1" presStyleIdx="1" presStyleCnt="3">
        <dgm:presLayoutVars>
          <dgm:bulletEnabled val="1"/>
        </dgm:presLayoutVars>
      </dgm:prSet>
      <dgm:spPr/>
    </dgm:pt>
    <dgm:pt modelId="{3A06DF84-8338-4210-B16E-BFE2CA6F32C6}" type="pres">
      <dgm:prSet presAssocID="{B4E50B4B-60A8-43F8-9163-68FF68D9E063}" presName="sibTrans" presStyleCnt="0"/>
      <dgm:spPr/>
    </dgm:pt>
    <dgm:pt modelId="{0218B96F-C5AD-4E70-BA5A-E6BA83C51B5C}" type="pres">
      <dgm:prSet presAssocID="{6EEB4992-6151-41D7-BE9A-1035366E60E8}" presName="node" presStyleLbl="node1" presStyleIdx="2" presStyleCnt="3">
        <dgm:presLayoutVars>
          <dgm:bulletEnabled val="1"/>
        </dgm:presLayoutVars>
      </dgm:prSet>
      <dgm:spPr/>
    </dgm:pt>
  </dgm:ptLst>
  <dgm:cxnLst>
    <dgm:cxn modelId="{E79FFD25-D453-4216-9340-D19BF8C4E648}" srcId="{1FF38AED-9AC5-4402-A57B-290093F446FC}" destId="{6EEB4992-6151-41D7-BE9A-1035366E60E8}" srcOrd="2" destOrd="0" parTransId="{95A372A1-EDB1-4D44-A9F4-9723622C9756}" sibTransId="{ACD91A09-8B3C-42C7-B717-020FB68E600D}"/>
    <dgm:cxn modelId="{53BD896B-2970-4C4D-A9B7-A741754BCEE0}" type="presOf" srcId="{7B90CBC9-0B84-4AA3-93C3-9C97362A7F9A}" destId="{85F9E692-AB25-4458-993B-310F9252EE97}" srcOrd="0" destOrd="0" presId="urn:microsoft.com/office/officeart/2005/8/layout/default"/>
    <dgm:cxn modelId="{9AD60E6E-176E-4443-B6BE-09168622B4C1}" type="presOf" srcId="{1FF38AED-9AC5-4402-A57B-290093F446FC}" destId="{D8EBE04A-8BC5-402D-ACBA-BD363F526AFF}" srcOrd="0" destOrd="0" presId="urn:microsoft.com/office/officeart/2005/8/layout/default"/>
    <dgm:cxn modelId="{4F98BF57-1019-46C6-B925-78794A3729AD}" type="presOf" srcId="{72BDD899-0935-4D44-BB76-AA9DB25FE542}" destId="{E68E220F-E8FC-40B2-9B3D-793CAB55EA68}" srcOrd="0" destOrd="0" presId="urn:microsoft.com/office/officeart/2005/8/layout/default"/>
    <dgm:cxn modelId="{6BE900BB-B096-409B-9ABB-B06DF365EFC1}" srcId="{1FF38AED-9AC5-4402-A57B-290093F446FC}" destId="{72BDD899-0935-4D44-BB76-AA9DB25FE542}" srcOrd="1" destOrd="0" parTransId="{63317BA2-D4BD-438A-A758-7FC005673968}" sibTransId="{B4E50B4B-60A8-43F8-9163-68FF68D9E063}"/>
    <dgm:cxn modelId="{1BBB65BF-0032-4BE2-A698-D6A10372FF76}" type="presOf" srcId="{6EEB4992-6151-41D7-BE9A-1035366E60E8}" destId="{0218B96F-C5AD-4E70-BA5A-E6BA83C51B5C}" srcOrd="0" destOrd="0" presId="urn:microsoft.com/office/officeart/2005/8/layout/default"/>
    <dgm:cxn modelId="{4C27CBEE-7E83-4E08-BF5A-B0C1BFF81860}" srcId="{1FF38AED-9AC5-4402-A57B-290093F446FC}" destId="{7B90CBC9-0B84-4AA3-93C3-9C97362A7F9A}" srcOrd="0" destOrd="0" parTransId="{FA691803-3918-41E1-9567-5CEC8381C656}" sibTransId="{B4D3E611-5E69-49C0-AE6A-ABB89400CFDA}"/>
    <dgm:cxn modelId="{53B79BBD-A1B1-494F-A756-418019416A0C}" type="presParOf" srcId="{D8EBE04A-8BC5-402D-ACBA-BD363F526AFF}" destId="{85F9E692-AB25-4458-993B-310F9252EE97}" srcOrd="0" destOrd="0" presId="urn:microsoft.com/office/officeart/2005/8/layout/default"/>
    <dgm:cxn modelId="{6DB2B7C2-7923-4F98-8433-CC749907A137}" type="presParOf" srcId="{D8EBE04A-8BC5-402D-ACBA-BD363F526AFF}" destId="{61A8FF7C-FEA8-4E73-877D-1B270BD1F97F}" srcOrd="1" destOrd="0" presId="urn:microsoft.com/office/officeart/2005/8/layout/default"/>
    <dgm:cxn modelId="{E1CD94DC-90BA-43A9-B045-5348D3F05FBD}" type="presParOf" srcId="{D8EBE04A-8BC5-402D-ACBA-BD363F526AFF}" destId="{E68E220F-E8FC-40B2-9B3D-793CAB55EA68}" srcOrd="2" destOrd="0" presId="urn:microsoft.com/office/officeart/2005/8/layout/default"/>
    <dgm:cxn modelId="{5617CFC2-5307-4DCF-8DB5-38FB6501D0CC}" type="presParOf" srcId="{D8EBE04A-8BC5-402D-ACBA-BD363F526AFF}" destId="{3A06DF84-8338-4210-B16E-BFE2CA6F32C6}" srcOrd="3" destOrd="0" presId="urn:microsoft.com/office/officeart/2005/8/layout/default"/>
    <dgm:cxn modelId="{45500936-3458-47FB-BE65-6BAE839400A2}" type="presParOf" srcId="{D8EBE04A-8BC5-402D-ACBA-BD363F526AFF}" destId="{0218B96F-C5AD-4E70-BA5A-E6BA83C51B5C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F5CF388-6197-4B98-A7BD-3CF0878F3B7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A9D68E6-F269-4A04-AF99-9F0D940AC41C}">
      <dgm:prSet/>
      <dgm:spPr/>
      <dgm:t>
        <a:bodyPr/>
        <a:lstStyle/>
        <a:p>
          <a:pPr>
            <a:defRPr cap="all"/>
          </a:pPr>
          <a:r>
            <a:rPr lang="en-US"/>
            <a:t>Does assigned tasks.</a:t>
          </a:r>
        </a:p>
      </dgm:t>
    </dgm:pt>
    <dgm:pt modelId="{FF0E30A3-A62B-4813-9505-FC01207336D5}" type="parTrans" cxnId="{113B8C77-69E9-4E44-9880-9DC5F9BCD685}">
      <dgm:prSet/>
      <dgm:spPr/>
      <dgm:t>
        <a:bodyPr/>
        <a:lstStyle/>
        <a:p>
          <a:endParaRPr lang="en-US"/>
        </a:p>
      </dgm:t>
    </dgm:pt>
    <dgm:pt modelId="{77750214-E80A-40A6-A116-FAC579573341}" type="sibTrans" cxnId="{113B8C77-69E9-4E44-9880-9DC5F9BCD685}">
      <dgm:prSet/>
      <dgm:spPr/>
      <dgm:t>
        <a:bodyPr/>
        <a:lstStyle/>
        <a:p>
          <a:endParaRPr lang="en-US"/>
        </a:p>
      </dgm:t>
    </dgm:pt>
    <dgm:pt modelId="{55393659-CD48-49B9-BFC0-18219BC1C7EC}">
      <dgm:prSet/>
      <dgm:spPr/>
      <dgm:t>
        <a:bodyPr/>
        <a:lstStyle/>
        <a:p>
          <a:pPr>
            <a:defRPr cap="all"/>
          </a:pPr>
          <a:r>
            <a:rPr lang="en-US"/>
            <a:t>Waiting for tasks distributed from equipment manager.</a:t>
          </a:r>
        </a:p>
      </dgm:t>
    </dgm:pt>
    <dgm:pt modelId="{AD9BA6CC-24C6-405B-87B5-9BED153AC543}" type="parTrans" cxnId="{BE88A7DA-E258-4C72-90D1-B9EAD0B0141B}">
      <dgm:prSet/>
      <dgm:spPr/>
      <dgm:t>
        <a:bodyPr/>
        <a:lstStyle/>
        <a:p>
          <a:endParaRPr lang="en-US"/>
        </a:p>
      </dgm:t>
    </dgm:pt>
    <dgm:pt modelId="{92F61A0B-9164-477D-A881-2997D4A18F3F}" type="sibTrans" cxnId="{BE88A7DA-E258-4C72-90D1-B9EAD0B0141B}">
      <dgm:prSet/>
      <dgm:spPr/>
      <dgm:t>
        <a:bodyPr/>
        <a:lstStyle/>
        <a:p>
          <a:endParaRPr lang="en-US"/>
        </a:p>
      </dgm:t>
    </dgm:pt>
    <dgm:pt modelId="{57DFAD98-9870-486C-BE9B-85C1B24F8AB9}">
      <dgm:prSet/>
      <dgm:spPr/>
      <dgm:t>
        <a:bodyPr/>
        <a:lstStyle/>
        <a:p>
          <a:pPr>
            <a:defRPr cap="all"/>
          </a:pPr>
          <a:r>
            <a:rPr lang="en-US"/>
            <a:t>Report whenever it finished its task.</a:t>
          </a:r>
        </a:p>
      </dgm:t>
    </dgm:pt>
    <dgm:pt modelId="{67434B65-7B8D-4362-8F18-E0C6C748C8C2}" type="parTrans" cxnId="{67691F6A-D8A2-4224-8FD0-4B656DB19C93}">
      <dgm:prSet/>
      <dgm:spPr/>
      <dgm:t>
        <a:bodyPr/>
        <a:lstStyle/>
        <a:p>
          <a:endParaRPr lang="en-US"/>
        </a:p>
      </dgm:t>
    </dgm:pt>
    <dgm:pt modelId="{9A47E1BA-7931-46ED-9130-2589FAC64EAE}" type="sibTrans" cxnId="{67691F6A-D8A2-4224-8FD0-4B656DB19C93}">
      <dgm:prSet/>
      <dgm:spPr/>
      <dgm:t>
        <a:bodyPr/>
        <a:lstStyle/>
        <a:p>
          <a:endParaRPr lang="en-US"/>
        </a:p>
      </dgm:t>
    </dgm:pt>
    <dgm:pt modelId="{CD10BD4E-C751-4CFE-AF36-C39D033162B5}" type="pres">
      <dgm:prSet presAssocID="{4F5CF388-6197-4B98-A7BD-3CF0878F3B73}" presName="root" presStyleCnt="0">
        <dgm:presLayoutVars>
          <dgm:dir/>
          <dgm:resizeHandles val="exact"/>
        </dgm:presLayoutVars>
      </dgm:prSet>
      <dgm:spPr/>
    </dgm:pt>
    <dgm:pt modelId="{347FD200-7AF3-43C6-AFDC-71CA9E787AA8}" type="pres">
      <dgm:prSet presAssocID="{BA9D68E6-F269-4A04-AF99-9F0D940AC41C}" presName="compNode" presStyleCnt="0"/>
      <dgm:spPr/>
    </dgm:pt>
    <dgm:pt modelId="{C4E46B40-54A8-47C1-8BAB-9A9F2B393257}" type="pres">
      <dgm:prSet presAssocID="{BA9D68E6-F269-4A04-AF99-9F0D940AC41C}" presName="iconBgRect" presStyleLbl="bgShp" presStyleIdx="0" presStyleCnt="3"/>
      <dgm:spPr/>
    </dgm:pt>
    <dgm:pt modelId="{4EC72AA6-398F-47C5-B5DE-4AC5A1B63E40}" type="pres">
      <dgm:prSet presAssocID="{BA9D68E6-F269-4A04-AF99-9F0D940AC41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A58DBF61-60D0-43D0-AD30-551C6BFE7161}" type="pres">
      <dgm:prSet presAssocID="{BA9D68E6-F269-4A04-AF99-9F0D940AC41C}" presName="spaceRect" presStyleCnt="0"/>
      <dgm:spPr/>
    </dgm:pt>
    <dgm:pt modelId="{426BDA81-35FA-4F1F-925C-23C47F352382}" type="pres">
      <dgm:prSet presAssocID="{BA9D68E6-F269-4A04-AF99-9F0D940AC41C}" presName="textRect" presStyleLbl="revTx" presStyleIdx="0" presStyleCnt="3">
        <dgm:presLayoutVars>
          <dgm:chMax val="1"/>
          <dgm:chPref val="1"/>
        </dgm:presLayoutVars>
      </dgm:prSet>
      <dgm:spPr/>
    </dgm:pt>
    <dgm:pt modelId="{06C5CC04-1F54-4ADC-9219-17692D16E1D0}" type="pres">
      <dgm:prSet presAssocID="{77750214-E80A-40A6-A116-FAC579573341}" presName="sibTrans" presStyleCnt="0"/>
      <dgm:spPr/>
    </dgm:pt>
    <dgm:pt modelId="{53317961-9391-42B7-9399-AFC29D2B0F03}" type="pres">
      <dgm:prSet presAssocID="{55393659-CD48-49B9-BFC0-18219BC1C7EC}" presName="compNode" presStyleCnt="0"/>
      <dgm:spPr/>
    </dgm:pt>
    <dgm:pt modelId="{2A34E56D-7213-46B9-B881-74B6A06224AB}" type="pres">
      <dgm:prSet presAssocID="{55393659-CD48-49B9-BFC0-18219BC1C7EC}" presName="iconBgRect" presStyleLbl="bgShp" presStyleIdx="1" presStyleCnt="3"/>
      <dgm:spPr/>
    </dgm:pt>
    <dgm:pt modelId="{722D6668-5DC9-495B-8DAF-0AC92FCD3F41}" type="pres">
      <dgm:prSet presAssocID="{55393659-CD48-49B9-BFC0-18219BC1C7E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FFA79896-9B28-4FF5-BB9E-4E9EE39F6572}" type="pres">
      <dgm:prSet presAssocID="{55393659-CD48-49B9-BFC0-18219BC1C7EC}" presName="spaceRect" presStyleCnt="0"/>
      <dgm:spPr/>
    </dgm:pt>
    <dgm:pt modelId="{36E64555-0F6F-487A-9F5A-300DAAB5A286}" type="pres">
      <dgm:prSet presAssocID="{55393659-CD48-49B9-BFC0-18219BC1C7EC}" presName="textRect" presStyleLbl="revTx" presStyleIdx="1" presStyleCnt="3">
        <dgm:presLayoutVars>
          <dgm:chMax val="1"/>
          <dgm:chPref val="1"/>
        </dgm:presLayoutVars>
      </dgm:prSet>
      <dgm:spPr/>
    </dgm:pt>
    <dgm:pt modelId="{3FCE784A-EF25-4CB0-BBE5-2740BA1CAA40}" type="pres">
      <dgm:prSet presAssocID="{92F61A0B-9164-477D-A881-2997D4A18F3F}" presName="sibTrans" presStyleCnt="0"/>
      <dgm:spPr/>
    </dgm:pt>
    <dgm:pt modelId="{D2DA8C65-64AA-4EAD-AEA0-2DD2F0AE54CE}" type="pres">
      <dgm:prSet presAssocID="{57DFAD98-9870-486C-BE9B-85C1B24F8AB9}" presName="compNode" presStyleCnt="0"/>
      <dgm:spPr/>
    </dgm:pt>
    <dgm:pt modelId="{8862F35D-8750-4CB8-A663-9F1997F839DF}" type="pres">
      <dgm:prSet presAssocID="{57DFAD98-9870-486C-BE9B-85C1B24F8AB9}" presName="iconBgRect" presStyleLbl="bgShp" presStyleIdx="2" presStyleCnt="3"/>
      <dgm:spPr/>
    </dgm:pt>
    <dgm:pt modelId="{98263E27-4379-4A65-95B7-1DDFB9A02AEF}" type="pres">
      <dgm:prSet presAssocID="{57DFAD98-9870-486C-BE9B-85C1B24F8AB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39ADA3E-0BDC-47DA-BA52-76C28F85C5C5}" type="pres">
      <dgm:prSet presAssocID="{57DFAD98-9870-486C-BE9B-85C1B24F8AB9}" presName="spaceRect" presStyleCnt="0"/>
      <dgm:spPr/>
    </dgm:pt>
    <dgm:pt modelId="{48BFA6ED-BFAD-4D30-AE67-56BAD43EA845}" type="pres">
      <dgm:prSet presAssocID="{57DFAD98-9870-486C-BE9B-85C1B24F8AB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73FE966-44E9-4CA1-BDC5-ED693C5A2B3E}" type="presOf" srcId="{55393659-CD48-49B9-BFC0-18219BC1C7EC}" destId="{36E64555-0F6F-487A-9F5A-300DAAB5A286}" srcOrd="0" destOrd="0" presId="urn:microsoft.com/office/officeart/2018/5/layout/IconCircleLabelList"/>
    <dgm:cxn modelId="{67691F6A-D8A2-4224-8FD0-4B656DB19C93}" srcId="{4F5CF388-6197-4B98-A7BD-3CF0878F3B73}" destId="{57DFAD98-9870-486C-BE9B-85C1B24F8AB9}" srcOrd="2" destOrd="0" parTransId="{67434B65-7B8D-4362-8F18-E0C6C748C8C2}" sibTransId="{9A47E1BA-7931-46ED-9130-2589FAC64EAE}"/>
    <dgm:cxn modelId="{76431B6D-1126-4E4F-AB65-B46D69B2046F}" type="presOf" srcId="{4F5CF388-6197-4B98-A7BD-3CF0878F3B73}" destId="{CD10BD4E-C751-4CFE-AF36-C39D033162B5}" srcOrd="0" destOrd="0" presId="urn:microsoft.com/office/officeart/2018/5/layout/IconCircleLabelList"/>
    <dgm:cxn modelId="{113B8C77-69E9-4E44-9880-9DC5F9BCD685}" srcId="{4F5CF388-6197-4B98-A7BD-3CF0878F3B73}" destId="{BA9D68E6-F269-4A04-AF99-9F0D940AC41C}" srcOrd="0" destOrd="0" parTransId="{FF0E30A3-A62B-4813-9505-FC01207336D5}" sibTransId="{77750214-E80A-40A6-A116-FAC579573341}"/>
    <dgm:cxn modelId="{BE88A7DA-E258-4C72-90D1-B9EAD0B0141B}" srcId="{4F5CF388-6197-4B98-A7BD-3CF0878F3B73}" destId="{55393659-CD48-49B9-BFC0-18219BC1C7EC}" srcOrd="1" destOrd="0" parTransId="{AD9BA6CC-24C6-405B-87B5-9BED153AC543}" sibTransId="{92F61A0B-9164-477D-A881-2997D4A18F3F}"/>
    <dgm:cxn modelId="{D7FDAADB-7C95-4198-B039-CDA6BE090DD5}" type="presOf" srcId="{57DFAD98-9870-486C-BE9B-85C1B24F8AB9}" destId="{48BFA6ED-BFAD-4D30-AE67-56BAD43EA845}" srcOrd="0" destOrd="0" presId="urn:microsoft.com/office/officeart/2018/5/layout/IconCircleLabelList"/>
    <dgm:cxn modelId="{FF2EAEEE-F726-4991-A8F3-47DA6E784FC4}" type="presOf" srcId="{BA9D68E6-F269-4A04-AF99-9F0D940AC41C}" destId="{426BDA81-35FA-4F1F-925C-23C47F352382}" srcOrd="0" destOrd="0" presId="urn:microsoft.com/office/officeart/2018/5/layout/IconCircleLabelList"/>
    <dgm:cxn modelId="{E7BB998F-A9A6-458C-861E-FA2489207D5D}" type="presParOf" srcId="{CD10BD4E-C751-4CFE-AF36-C39D033162B5}" destId="{347FD200-7AF3-43C6-AFDC-71CA9E787AA8}" srcOrd="0" destOrd="0" presId="urn:microsoft.com/office/officeart/2018/5/layout/IconCircleLabelList"/>
    <dgm:cxn modelId="{A5D762E9-ADDB-4435-9EBE-E198A1BFBDCA}" type="presParOf" srcId="{347FD200-7AF3-43C6-AFDC-71CA9E787AA8}" destId="{C4E46B40-54A8-47C1-8BAB-9A9F2B393257}" srcOrd="0" destOrd="0" presId="urn:microsoft.com/office/officeart/2018/5/layout/IconCircleLabelList"/>
    <dgm:cxn modelId="{04AEE6A7-9351-49A6-AE3B-9E38F887AA38}" type="presParOf" srcId="{347FD200-7AF3-43C6-AFDC-71CA9E787AA8}" destId="{4EC72AA6-398F-47C5-B5DE-4AC5A1B63E40}" srcOrd="1" destOrd="0" presId="urn:microsoft.com/office/officeart/2018/5/layout/IconCircleLabelList"/>
    <dgm:cxn modelId="{8C86209A-45BD-4835-9215-3F3C29ABBCD6}" type="presParOf" srcId="{347FD200-7AF3-43C6-AFDC-71CA9E787AA8}" destId="{A58DBF61-60D0-43D0-AD30-551C6BFE7161}" srcOrd="2" destOrd="0" presId="urn:microsoft.com/office/officeart/2018/5/layout/IconCircleLabelList"/>
    <dgm:cxn modelId="{9704D110-3FAE-4DAD-AF58-4CD696886AB0}" type="presParOf" srcId="{347FD200-7AF3-43C6-AFDC-71CA9E787AA8}" destId="{426BDA81-35FA-4F1F-925C-23C47F352382}" srcOrd="3" destOrd="0" presId="urn:microsoft.com/office/officeart/2018/5/layout/IconCircleLabelList"/>
    <dgm:cxn modelId="{7A2988E5-56C3-4DB4-843E-E99472451766}" type="presParOf" srcId="{CD10BD4E-C751-4CFE-AF36-C39D033162B5}" destId="{06C5CC04-1F54-4ADC-9219-17692D16E1D0}" srcOrd="1" destOrd="0" presId="urn:microsoft.com/office/officeart/2018/5/layout/IconCircleLabelList"/>
    <dgm:cxn modelId="{A162DE1B-A918-4070-AF0E-21D9B75AFE08}" type="presParOf" srcId="{CD10BD4E-C751-4CFE-AF36-C39D033162B5}" destId="{53317961-9391-42B7-9399-AFC29D2B0F03}" srcOrd="2" destOrd="0" presId="urn:microsoft.com/office/officeart/2018/5/layout/IconCircleLabelList"/>
    <dgm:cxn modelId="{7E483F95-0922-41D8-B9A9-0C55DE3DC513}" type="presParOf" srcId="{53317961-9391-42B7-9399-AFC29D2B0F03}" destId="{2A34E56D-7213-46B9-B881-74B6A06224AB}" srcOrd="0" destOrd="0" presId="urn:microsoft.com/office/officeart/2018/5/layout/IconCircleLabelList"/>
    <dgm:cxn modelId="{C7277D81-18CA-4854-A46A-AFDE9808CBC6}" type="presParOf" srcId="{53317961-9391-42B7-9399-AFC29D2B0F03}" destId="{722D6668-5DC9-495B-8DAF-0AC92FCD3F41}" srcOrd="1" destOrd="0" presId="urn:microsoft.com/office/officeart/2018/5/layout/IconCircleLabelList"/>
    <dgm:cxn modelId="{1F6B7F85-1E2E-428D-9BC2-27D2773CCA58}" type="presParOf" srcId="{53317961-9391-42B7-9399-AFC29D2B0F03}" destId="{FFA79896-9B28-4FF5-BB9E-4E9EE39F6572}" srcOrd="2" destOrd="0" presId="urn:microsoft.com/office/officeart/2018/5/layout/IconCircleLabelList"/>
    <dgm:cxn modelId="{A9F27A8B-66F3-4EAE-8332-BE4F0EB54102}" type="presParOf" srcId="{53317961-9391-42B7-9399-AFC29D2B0F03}" destId="{36E64555-0F6F-487A-9F5A-300DAAB5A286}" srcOrd="3" destOrd="0" presId="urn:microsoft.com/office/officeart/2018/5/layout/IconCircleLabelList"/>
    <dgm:cxn modelId="{624F6AE3-627F-4EBE-8EE0-223558D66E71}" type="presParOf" srcId="{CD10BD4E-C751-4CFE-AF36-C39D033162B5}" destId="{3FCE784A-EF25-4CB0-BBE5-2740BA1CAA40}" srcOrd="3" destOrd="0" presId="urn:microsoft.com/office/officeart/2018/5/layout/IconCircleLabelList"/>
    <dgm:cxn modelId="{FE9AC4A4-94C2-414A-A6F6-209C30061F9E}" type="presParOf" srcId="{CD10BD4E-C751-4CFE-AF36-C39D033162B5}" destId="{D2DA8C65-64AA-4EAD-AEA0-2DD2F0AE54CE}" srcOrd="4" destOrd="0" presId="urn:microsoft.com/office/officeart/2018/5/layout/IconCircleLabelList"/>
    <dgm:cxn modelId="{222EF470-2D28-4ABA-AE8D-9C21117A6F3B}" type="presParOf" srcId="{D2DA8C65-64AA-4EAD-AEA0-2DD2F0AE54CE}" destId="{8862F35D-8750-4CB8-A663-9F1997F839DF}" srcOrd="0" destOrd="0" presId="urn:microsoft.com/office/officeart/2018/5/layout/IconCircleLabelList"/>
    <dgm:cxn modelId="{7E28ED20-F01A-42A2-9790-863CAA13AB07}" type="presParOf" srcId="{D2DA8C65-64AA-4EAD-AEA0-2DD2F0AE54CE}" destId="{98263E27-4379-4A65-95B7-1DDFB9A02AEF}" srcOrd="1" destOrd="0" presId="urn:microsoft.com/office/officeart/2018/5/layout/IconCircleLabelList"/>
    <dgm:cxn modelId="{080A84AE-FF9A-4E44-BB5E-BF70E29B4695}" type="presParOf" srcId="{D2DA8C65-64AA-4EAD-AEA0-2DD2F0AE54CE}" destId="{239ADA3E-0BDC-47DA-BA52-76C28F85C5C5}" srcOrd="2" destOrd="0" presId="urn:microsoft.com/office/officeart/2018/5/layout/IconCircleLabelList"/>
    <dgm:cxn modelId="{2757208E-9392-4C84-8500-2B126BEF9DAD}" type="presParOf" srcId="{D2DA8C65-64AA-4EAD-AEA0-2DD2F0AE54CE}" destId="{48BFA6ED-BFAD-4D30-AE67-56BAD43EA84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9B6741-63D3-4A6B-B888-F378A76DD771}">
      <dsp:nvSpPr>
        <dsp:cNvPr id="0" name=""/>
        <dsp:cNvSpPr/>
      </dsp:nvSpPr>
      <dsp:spPr>
        <a:xfrm rot="5400000">
          <a:off x="6890444" y="-2819259"/>
          <a:ext cx="1080957" cy="6993810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Package: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equipmentManager</a:t>
          </a:r>
          <a:r>
            <a:rPr lang="en-US" sz="1400" kern="1200" dirty="0"/>
            <a:t>,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taskManager</a:t>
          </a:r>
          <a:endParaRPr lang="en-US" sz="1400" kern="1200" dirty="0"/>
        </a:p>
      </dsp:txBody>
      <dsp:txXfrm rot="-5400000">
        <a:off x="3934018" y="189935"/>
        <a:ext cx="6941042" cy="975421"/>
      </dsp:txXfrm>
    </dsp:sp>
    <dsp:sp modelId="{2D1C0A8B-CFB9-47E0-B79D-B7F3F09C4CE0}">
      <dsp:nvSpPr>
        <dsp:cNvPr id="0" name=""/>
        <dsp:cNvSpPr/>
      </dsp:nvSpPr>
      <dsp:spPr>
        <a:xfrm>
          <a:off x="0" y="2047"/>
          <a:ext cx="3934018" cy="135119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Anh Phuc Dang</a:t>
          </a:r>
        </a:p>
      </dsp:txBody>
      <dsp:txXfrm>
        <a:off x="65960" y="68007"/>
        <a:ext cx="3802098" cy="1219276"/>
      </dsp:txXfrm>
    </dsp:sp>
    <dsp:sp modelId="{AE4C13E3-83CE-4C1F-BBE8-2F70B92FB07F}">
      <dsp:nvSpPr>
        <dsp:cNvPr id="0" name=""/>
        <dsp:cNvSpPr/>
      </dsp:nvSpPr>
      <dsp:spPr>
        <a:xfrm rot="5400000">
          <a:off x="6890444" y="-1400502"/>
          <a:ext cx="1080957" cy="6993810"/>
        </a:xfrm>
        <a:prstGeom prst="round2SameRect">
          <a:avLst/>
        </a:prstGeom>
        <a:solidFill>
          <a:schemeClr val="accent5">
            <a:tint val="40000"/>
            <a:alpha val="90000"/>
            <a:hueOff val="-3369881"/>
            <a:satOff val="-11416"/>
            <a:lumOff val="-146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369881"/>
              <a:satOff val="-11416"/>
              <a:lumOff val="-14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Package: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application,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resources (JavaFX), logger</a:t>
          </a:r>
        </a:p>
      </dsp:txBody>
      <dsp:txXfrm rot="-5400000">
        <a:off x="3934018" y="1608692"/>
        <a:ext cx="6941042" cy="975421"/>
      </dsp:txXfrm>
    </dsp:sp>
    <dsp:sp modelId="{B990E56D-4C07-44D4-9669-DA0F3FC8F827}">
      <dsp:nvSpPr>
        <dsp:cNvPr id="0" name=""/>
        <dsp:cNvSpPr/>
      </dsp:nvSpPr>
      <dsp:spPr>
        <a:xfrm>
          <a:off x="0" y="1420804"/>
          <a:ext cx="3934018" cy="1351196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Hai Dang Duong</a:t>
          </a:r>
        </a:p>
      </dsp:txBody>
      <dsp:txXfrm>
        <a:off x="65960" y="1486764"/>
        <a:ext cx="3802098" cy="1219276"/>
      </dsp:txXfrm>
    </dsp:sp>
    <dsp:sp modelId="{2F2158A9-E455-403D-9114-39116E8115D8}">
      <dsp:nvSpPr>
        <dsp:cNvPr id="0" name=""/>
        <dsp:cNvSpPr/>
      </dsp:nvSpPr>
      <dsp:spPr>
        <a:xfrm rot="5400000">
          <a:off x="6890444" y="18253"/>
          <a:ext cx="1080957" cy="6993810"/>
        </a:xfrm>
        <a:prstGeom prst="round2Same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Package: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Warehouse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taskManager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Maven</a:t>
          </a:r>
        </a:p>
      </dsp:txBody>
      <dsp:txXfrm rot="-5400000">
        <a:off x="3934018" y="3027447"/>
        <a:ext cx="6941042" cy="975421"/>
      </dsp:txXfrm>
    </dsp:sp>
    <dsp:sp modelId="{1F7E249B-EE48-46A8-BD2E-66E9E1211E79}">
      <dsp:nvSpPr>
        <dsp:cNvPr id="0" name=""/>
        <dsp:cNvSpPr/>
      </dsp:nvSpPr>
      <dsp:spPr>
        <a:xfrm>
          <a:off x="0" y="2839560"/>
          <a:ext cx="3934018" cy="1351196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Md Saidur Rahman</a:t>
          </a:r>
        </a:p>
      </dsp:txBody>
      <dsp:txXfrm>
        <a:off x="65960" y="2905520"/>
        <a:ext cx="3802098" cy="12192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F23B6B-061C-4385-BA9B-FD34631CE7E5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BA689F-9206-4DAD-A60F-88548A4687E8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535B6E-568A-4859-A8D4-2BE85F5D678A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Task Manager</a:t>
          </a:r>
        </a:p>
      </dsp:txBody>
      <dsp:txXfrm>
        <a:off x="93445" y="3018902"/>
        <a:ext cx="3206250" cy="720000"/>
      </dsp:txXfrm>
    </dsp:sp>
    <dsp:sp modelId="{52BAA26B-34B7-462B-8589-3E3F44AB16FA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3F9C82-0A78-4E15-86AC-C4635FFF9041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8CD06-6122-49B0-BA60-87C976D142B5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Equipment Manager</a:t>
          </a:r>
        </a:p>
      </dsp:txBody>
      <dsp:txXfrm>
        <a:off x="3860789" y="3018902"/>
        <a:ext cx="3206250" cy="720000"/>
      </dsp:txXfrm>
    </dsp:sp>
    <dsp:sp modelId="{0ABDCE36-EEA2-4ACD-BC54-2D9C4F2DFB18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E24E43-391C-4008-98A7-D407552FCBC1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8B59C2-91F6-4060-9FE6-4B8A9A7C5D60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dirty="0"/>
            <a:t>Robot </a:t>
          </a:r>
        </a:p>
      </dsp:txBody>
      <dsp:txXfrm>
        <a:off x="7628133" y="3018902"/>
        <a:ext cx="320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0004BD-5C3C-4DC4-A5E9-13C8279DE1F4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1A105A-25F7-4F8B-8635-A105ED98C817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ED5485-B733-412C-9AE3-664DBE359821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 err="1"/>
            <a:t>ReceiveS</a:t>
          </a:r>
          <a:r>
            <a:rPr lang="en-US" sz="1700" kern="1200" dirty="0"/>
            <a:t> tasks from HMI.</a:t>
          </a:r>
        </a:p>
      </dsp:txBody>
      <dsp:txXfrm>
        <a:off x="100682" y="2684598"/>
        <a:ext cx="2370489" cy="720000"/>
      </dsp:txXfrm>
    </dsp:sp>
    <dsp:sp modelId="{942E2CFC-C214-4B77-9DC5-C691804F915C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6CB4B9-3054-441A-A74A-4E91623C36B2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428A32-E60F-4B9C-A4C9-2B03D804DE92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Create task objects, send TO equipment manager queue.</a:t>
          </a:r>
        </a:p>
      </dsp:txBody>
      <dsp:txXfrm>
        <a:off x="2886007" y="2684598"/>
        <a:ext cx="2370489" cy="720000"/>
      </dsp:txXfrm>
    </dsp:sp>
    <dsp:sp modelId="{967F3520-7FA4-4F7C-A5AF-40605343CD36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9E3473-92A4-492E-9447-1CD6C6D85127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8B4077-2472-475E-8045-9B472B27B2DB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Defines different tasks AND script for how THEY can run.</a:t>
          </a:r>
        </a:p>
      </dsp:txBody>
      <dsp:txXfrm>
        <a:off x="5671332" y="2684598"/>
        <a:ext cx="2370489" cy="720000"/>
      </dsp:txXfrm>
    </dsp:sp>
    <dsp:sp modelId="{E7BA4DDE-77A5-4BDD-B6F3-669CBD0CF6D7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556F89-36D7-49CE-8F74-6A0449A1C3BA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95AD4A-25C5-4160-8A58-FFA5095D1B55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Returns exceptions when getting errors when creating task.</a:t>
          </a:r>
        </a:p>
      </dsp:txBody>
      <dsp:txXfrm>
        <a:off x="8456657" y="2684598"/>
        <a:ext cx="2370489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F9E692-AB25-4458-993B-310F9252EE97}">
      <dsp:nvSpPr>
        <dsp:cNvPr id="0" name=""/>
        <dsp:cNvSpPr/>
      </dsp:nvSpPr>
      <dsp:spPr>
        <a:xfrm>
          <a:off x="0" y="1071918"/>
          <a:ext cx="3414946" cy="204896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RUNS AS A THREAD.</a:t>
          </a:r>
        </a:p>
      </dsp:txBody>
      <dsp:txXfrm>
        <a:off x="0" y="1071918"/>
        <a:ext cx="3414946" cy="2048967"/>
      </dsp:txXfrm>
    </dsp:sp>
    <dsp:sp modelId="{E68E220F-E8FC-40B2-9B3D-793CAB55EA68}">
      <dsp:nvSpPr>
        <dsp:cNvPr id="0" name=""/>
        <dsp:cNvSpPr/>
      </dsp:nvSpPr>
      <dsp:spPr>
        <a:xfrm>
          <a:off x="3756441" y="1071918"/>
          <a:ext cx="3414946" cy="204896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DISTRIBUTES TASKS TO THE MOST SUITABLE ROBOT.</a:t>
          </a:r>
        </a:p>
      </dsp:txBody>
      <dsp:txXfrm>
        <a:off x="3756441" y="1071918"/>
        <a:ext cx="3414946" cy="2048967"/>
      </dsp:txXfrm>
    </dsp:sp>
    <dsp:sp modelId="{0218B96F-C5AD-4E70-BA5A-E6BA83C51B5C}">
      <dsp:nvSpPr>
        <dsp:cNvPr id="0" name=""/>
        <dsp:cNvSpPr/>
      </dsp:nvSpPr>
      <dsp:spPr>
        <a:xfrm>
          <a:off x="7512882" y="1071918"/>
          <a:ext cx="3414946" cy="204896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DECIDES WHICH TASKS A ROBOT SHOULD DO WHEN IT FINISHES ITS TASK.</a:t>
          </a:r>
        </a:p>
      </dsp:txBody>
      <dsp:txXfrm>
        <a:off x="7512882" y="1071918"/>
        <a:ext cx="3414946" cy="204896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46B40-54A8-47C1-8BAB-9A9F2B393257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C72AA6-398F-47C5-B5DE-4AC5A1B63E40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6BDA81-35FA-4F1F-925C-23C47F352382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Does assigned tasks.</a:t>
          </a:r>
        </a:p>
      </dsp:txBody>
      <dsp:txXfrm>
        <a:off x="93445" y="3018902"/>
        <a:ext cx="3206250" cy="720000"/>
      </dsp:txXfrm>
    </dsp:sp>
    <dsp:sp modelId="{2A34E56D-7213-46B9-B881-74B6A06224AB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2D6668-5DC9-495B-8DAF-0AC92FCD3F41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E64555-0F6F-487A-9F5A-300DAAB5A286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Waiting for tasks distributed from equipment manager.</a:t>
          </a:r>
        </a:p>
      </dsp:txBody>
      <dsp:txXfrm>
        <a:off x="3860789" y="3018902"/>
        <a:ext cx="3206250" cy="720000"/>
      </dsp:txXfrm>
    </dsp:sp>
    <dsp:sp modelId="{8862F35D-8750-4CB8-A663-9F1997F839DF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263E27-4379-4A65-95B7-1DDFB9A02AEF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BFA6ED-BFAD-4D30-AE67-56BAD43EA845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Report whenever it finished its task.</a:t>
          </a:r>
        </a:p>
      </dsp:txBody>
      <dsp:txXfrm>
        <a:off x="7628133" y="3018902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E3F49A-8599-4954-922F-6DFB3D65391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3BE3E2-8219-46C5-8C08-1E63DE493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048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3BE3E2-8219-46C5-8C08-1E63DE49375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619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EFAABE-30E3-4819-9AAC-8D17C1A4D5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84325AC-5CC0-4D4F-AC60-6B7BEAE54A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36BA2C-1867-43AC-A027-FD9CF74E1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03301-4983-4B48-A069-EABFDDC39E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6B21AB-FB90-4E14-B7E4-7524B0A2C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5C802D-896A-4EC3-81CC-41FAAB627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D247-C692-4D6D-A041-6F3CEE3D2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132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A1B131-335D-4D70-AFF7-BAEB3BCD4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8F1F6E-C005-4DAE-95E3-9583FA93A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292E3E-F7EE-4CF1-94F7-3B0ACB15D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03301-4983-4B48-A069-EABFDDC39E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E3D001-DAA6-483C-86E7-EA7247E5E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90E994-CB37-424F-BB23-1844D443D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D247-C692-4D6D-A041-6F3CEE3D2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28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CA4DCF-5B69-4501-AD20-06D03548A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28B742-2135-4FD2-9B51-A5F2FD714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806E56-F4EF-44EF-8830-B05BCB60D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03301-4983-4B48-A069-EABFDDC39E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627B31-BC38-42D5-91AF-D53753E5C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017683-1A84-4C68-BF2F-AE9279F37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D247-C692-4D6D-A041-6F3CEE3D2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640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5F032D-8C71-44F4-BBCE-41BBA0F4F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831F65-98EE-4DE7-A44D-C3A5C9D808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5FBCFC9-0A95-49C2-A915-36411D110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3889C5-7A0B-4196-BCF8-B5C7193EC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03301-4983-4B48-A069-EABFDDC39E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0156485-4E56-435B-83CA-CA6AE1939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E33AB21-417A-4F5B-8A3A-9391A4B33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D247-C692-4D6D-A041-6F3CEE3D2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52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06EFF0-EBC6-47DB-9B21-C02152524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5C0CD8-6F7A-4DE2-8935-21E3FF844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11F4991-C5E1-4DBC-90F6-D23B28FB7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B869A54-5789-436D-8C5C-FA97369760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516C809-9DFA-4D49-86A6-8226A0C1C2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5AF324F-1894-4F0F-B64D-0CD7521AA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03301-4983-4B48-A069-EABFDDC39E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4561BBB-846D-45CD-AC18-B733B1969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EE4697B-4975-4A37-BF7C-A23094FE0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D247-C692-4D6D-A041-6F3CEE3D2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18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84D523-18FC-4B90-9E0B-85469CCF3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111D2A9-21A8-40F2-A9AF-DD7B7BFF0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03301-4983-4B48-A069-EABFDDC39E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608A25B-5F8F-4C72-9D06-D11D34B33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23556F6-136B-492A-9437-7FB5DA330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D247-C692-4D6D-A041-6F3CEE3D2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457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AA3CB00-3529-4A91-A844-B54CBD0C9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03301-4983-4B48-A069-EABFDDC39E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57545FD-F782-48EF-9BC9-F43BB19AD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C809F34-E937-4D97-8025-47F64ECA1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D247-C692-4D6D-A041-6F3CEE3D2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82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46D3C6-D9E2-410B-9AEA-43682BF3B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4FC314-2B39-439C-8BD2-DB9A27B2D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580F276-83A9-4A3C-826C-B10F4BE00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31402D9-E4EE-478F-A700-D6BBEE722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03301-4983-4B48-A069-EABFDDC39E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4CC1F9F-672C-4707-9136-83F4786EF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F5DDA4-11CF-4A6C-8249-C33E49C31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D247-C692-4D6D-A041-6F3CEE3D2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62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4D3E44-00B1-4F79-98F2-6FF7BB278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BE0A083-F44F-4571-B54F-E936CB4AE6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1BA1A6C-2258-4A33-B0DA-548E81663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7D7C89C-587A-4289-A4F4-CCF0E597F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03301-4983-4B48-A069-EABFDDC39E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1A18533-567E-4BAB-B066-C0BCDEDE2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D4A77FD-022E-4DD8-A2B2-EB062AC08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D247-C692-4D6D-A041-6F3CEE3D2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05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3CC0B-ED26-48AF-BC35-10263D4C2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5C096AC-6EA3-4197-9595-386BEC3B8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6478A1-ABCB-44B1-8F96-C285ECD23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03301-4983-4B48-A069-EABFDDC39E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686380-736E-4C0D-BBE3-040265A9C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B1A9BA-9052-4A13-9032-E39A907BD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D247-C692-4D6D-A041-6F3CEE3D2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653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9501F4A-904D-4C35-A625-C0AD014DB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7FF02F-963A-4D5C-9146-2969F5D3BF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2F2B60-D1ED-4DC9-B855-EFF0F81AF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03301-4983-4B48-A069-EABFDDC39E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B1D73A-4EE6-43B4-A001-CC8015B03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E2A2F4-4F3F-4C95-9E97-DD8D74EBF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D247-C692-4D6D-A041-6F3CEE3D2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05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19A07-CB20-89C0-1616-6F06EA478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F9AAC-E3B3-3077-FD7B-924DE6C8B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A1ACF-A468-3148-11C9-6B3212565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8B766-3119-446C-A7D7-E35EE5A161C8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10E17-BA2E-B2B6-C8E5-63F94CCC2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E6BEF-F9AC-B3EF-109C-D3D596642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01667-4AF5-4AED-A6CC-AEC36C986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517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FAF5F44-37C1-4117-9CE7-E0EF98E72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1691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2349628-4C20-4FA7-ABAB-B3B5DAFD9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29536C-44E8-4918-B0D6-24785743C5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C03301-4983-4B48-A069-EABFDDC39E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0378A1-C20E-414B-997F-02342A4E6A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731F49-C49C-4DA5-97D1-EB96DA2962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6D247-C692-4D6D-A041-6F3CEE3D215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13" descr="fh_logo_neu_orange">
            <a:extLst>
              <a:ext uri="{FF2B5EF4-FFF2-40B4-BE49-F238E27FC236}">
                <a16:creationId xmlns:a16="http://schemas.microsoft.com/office/drawing/2014/main" id="{2631EABD-A60A-45DE-967A-1872D8126B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5520" y="407193"/>
            <a:ext cx="1514475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Line 8">
            <a:extLst>
              <a:ext uri="{FF2B5EF4-FFF2-40B4-BE49-F238E27FC236}">
                <a16:creationId xmlns:a16="http://schemas.microsoft.com/office/drawing/2014/main" id="{69428C68-6662-4EDA-8FEE-56D22D51CFA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49469" y="1719733"/>
            <a:ext cx="9144000" cy="0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083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DF0784-73F2-AE07-2CF0-7D84E31B3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883E7-2B4F-FB04-A7E0-768D19DD3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FF388-8BF3-41CB-8EAE-7ACE70CAA3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B12A9A-E6B2-4DC3-81BD-9035BC28D3BF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E1A30-2323-9AF0-A517-0AC4E3DED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0EFBB-888F-158C-3CE7-8737DE86BD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501667-4AF5-4AED-A6CC-AEC36C986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788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Robot standing on block facing other robots">
            <a:extLst>
              <a:ext uri="{FF2B5EF4-FFF2-40B4-BE49-F238E27FC236}">
                <a16:creationId xmlns:a16="http://schemas.microsoft.com/office/drawing/2014/main" id="{CA11CB29-3BEE-30E0-EFD2-A31939ACE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4" r="16664"/>
          <a:stretch/>
        </p:blipFill>
        <p:spPr>
          <a:xfrm>
            <a:off x="3879791" y="10"/>
            <a:ext cx="8318834" cy="6875809"/>
          </a:xfrm>
          <a:prstGeom prst="rect">
            <a:avLst/>
          </a:prstGeom>
        </p:spPr>
      </p:pic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45D9E9-5E89-96E1-088A-2352615A3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18460"/>
            <a:ext cx="4045228" cy="4466269"/>
          </a:xfrm>
          <a:noFill/>
        </p:spPr>
        <p:txBody>
          <a:bodyPr anchor="b"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</a:rPr>
              <a:t>Smart Warehouse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1C8447-4143-59EA-A66F-9C76FE7C6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"/>
            <a:ext cx="4045228" cy="2501550"/>
          </a:xfrm>
          <a:noFill/>
        </p:spPr>
        <p:txBody>
          <a:bodyPr anchor="t">
            <a:no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</a:rPr>
              <a:t>Team 19: 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-Md Saidur Rahman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-Anh Phuc Dang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-Hai Dang Duong</a:t>
            </a:r>
          </a:p>
          <a:p>
            <a:pPr algn="l"/>
            <a:endParaRPr lang="en-US" dirty="0">
              <a:solidFill>
                <a:srgbClr val="FFFFFF"/>
              </a:solidFill>
            </a:endParaRPr>
          </a:p>
          <a:p>
            <a:pPr algn="l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7A1B363A-2BED-106F-FBB9-4940B055D2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07" t="33167" r="18704" b="37333"/>
          <a:stretch>
            <a:fillRect/>
          </a:stretch>
        </p:blipFill>
        <p:spPr>
          <a:xfrm>
            <a:off x="8217064" y="91260"/>
            <a:ext cx="3844242" cy="118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92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D828C1-90D7-FA1B-21BE-72DA1FC53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1FF26F-1DCD-401C-C3EA-C3984EC1E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1CFD6E-F259-C2D9-A51D-D76280955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B4FB21-77C6-DAC6-E5A6-7895F25A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0FEF48-B502-4CC3-E70C-EB8891FDF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1BE664-FBDA-9D96-62BF-B17340583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Task Distribution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0E7BF3-3EDB-B396-3F29-986401946A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16176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5222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5C269-2DDE-6B4A-AC00-E5956F623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C47D9B-0C23-84DF-C260-3A85BC841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695567-23AA-4A10-1BA2-C88815C84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943D8A-AA7E-C483-7A85-0BC07FB2C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CEFC10-C9D8-09CC-234B-3FFE8435E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72AEE0-71FB-6F06-D312-D2C0F6566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Storage Management System</a:t>
            </a:r>
          </a:p>
        </p:txBody>
      </p:sp>
      <p:pic>
        <p:nvPicPr>
          <p:cNvPr id="10" name="Content Placeholder 9" descr="A diagram of a warehouse&#10;&#10;AI-generated content may be incorrect.">
            <a:extLst>
              <a:ext uri="{FF2B5EF4-FFF2-40B4-BE49-F238E27FC236}">
                <a16:creationId xmlns:a16="http://schemas.microsoft.com/office/drawing/2014/main" id="{359ABFB9-51B2-F646-92E1-72F6E2C07C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15" y="2250797"/>
            <a:ext cx="10961517" cy="3616744"/>
          </a:xfrm>
        </p:spPr>
      </p:pic>
      <p:pic>
        <p:nvPicPr>
          <p:cNvPr id="14" name="Graphic 13" descr="Document with solid fill">
            <a:extLst>
              <a:ext uri="{FF2B5EF4-FFF2-40B4-BE49-F238E27FC236}">
                <a16:creationId xmlns:a16="http://schemas.microsoft.com/office/drawing/2014/main" id="{FFE17199-F5D0-E004-4E1E-BCED6AE986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78413" y="1744840"/>
            <a:ext cx="618505" cy="6185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3821A0F-B3BD-1ED4-4923-6E182FB465CE}"/>
              </a:ext>
            </a:extLst>
          </p:cNvPr>
          <p:cNvSpPr txBox="1"/>
          <p:nvPr/>
        </p:nvSpPr>
        <p:spPr>
          <a:xfrm>
            <a:off x="4755379" y="1869426"/>
            <a:ext cx="1491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inventory.csv</a:t>
            </a:r>
            <a:endParaRPr lang="en-US" dirty="0"/>
          </a:p>
        </p:txBody>
      </p:sp>
      <p:pic>
        <p:nvPicPr>
          <p:cNvPr id="17" name="Graphic 16" descr="Document with solid fill">
            <a:extLst>
              <a:ext uri="{FF2B5EF4-FFF2-40B4-BE49-F238E27FC236}">
                <a16:creationId xmlns:a16="http://schemas.microsoft.com/office/drawing/2014/main" id="{3FA1EF45-5BA6-EE24-2F38-1C3811E40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6362" y="5909148"/>
            <a:ext cx="701112" cy="70111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91BA53B-8397-7A36-ED1A-B30971A57789}"/>
              </a:ext>
            </a:extLst>
          </p:cNvPr>
          <p:cNvSpPr txBox="1"/>
          <p:nvPr/>
        </p:nvSpPr>
        <p:spPr>
          <a:xfrm>
            <a:off x="5048428" y="6169439"/>
            <a:ext cx="1472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floorplan.csv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EF4CC13-CBEA-5951-09A5-5150432012E9}"/>
              </a:ext>
            </a:extLst>
          </p:cNvPr>
          <p:cNvCxnSpPr>
            <a:cxnSpLocks/>
            <a:stCxn id="16" idx="3"/>
            <a:endCxn id="26" idx="1"/>
          </p:cNvCxnSpPr>
          <p:nvPr/>
        </p:nvCxnSpPr>
        <p:spPr>
          <a:xfrm>
            <a:off x="6246976" y="2054092"/>
            <a:ext cx="14163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2DADFD8-8B01-F46E-46C1-259EEE3E1A77}"/>
              </a:ext>
            </a:extLst>
          </p:cNvPr>
          <p:cNvCxnSpPr>
            <a:cxnSpLocks/>
            <a:stCxn id="18" idx="3"/>
            <a:endCxn id="30" idx="1"/>
          </p:cNvCxnSpPr>
          <p:nvPr/>
        </p:nvCxnSpPr>
        <p:spPr>
          <a:xfrm>
            <a:off x="6520441" y="6354105"/>
            <a:ext cx="1887012" cy="23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FF20022E-2778-A78C-8C1A-380A421627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3353" y="1679442"/>
            <a:ext cx="3670300" cy="7493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B9F67BB-58CD-2158-BB33-235456881B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7453" y="5861894"/>
            <a:ext cx="3085080" cy="98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520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B6511B-F66A-F50C-4BFD-DFD680EBA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BFCB28-5260-D15C-00BF-E82811E5B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12A5E6-1FF2-09EB-05E8-E9F9A1AF4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7D57C9-7BDF-A65B-E3C7-2F91CE68A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9E9D9A-C868-C105-FDDB-B3F98DD45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37BC44-852C-2097-12BA-D41EE3BC8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Storage Management System</a:t>
            </a:r>
          </a:p>
        </p:txBody>
      </p:sp>
      <p:pic>
        <p:nvPicPr>
          <p:cNvPr id="6" name="Picture 5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B2CA0B4F-90F3-C01B-B2EC-3280EA839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575459"/>
            <a:ext cx="12192000" cy="421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909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FDB712-D731-21AB-55C4-7D40CE064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1575955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Storage Management System: INIT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4BC4F9-CFBB-8C0F-3A9C-ABEEA04D4D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111"/>
          <a:stretch>
            <a:fillRect/>
          </a:stretch>
        </p:blipFill>
        <p:spPr>
          <a:xfrm>
            <a:off x="680928" y="2064907"/>
            <a:ext cx="10808933" cy="3976970"/>
          </a:xfrm>
        </p:spPr>
      </p:pic>
    </p:spTree>
    <p:extLst>
      <p:ext uri="{BB962C8B-B14F-4D97-AF65-F5344CB8AC3E}">
        <p14:creationId xmlns:p14="http://schemas.microsoft.com/office/powerpoint/2010/main" val="4073279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43FFC4-4E26-862E-76B2-7E260B6FA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8711C22-6750-DA85-5A2B-5DC67670C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FE4201-7F95-E698-4D8D-4623E15C7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D7D4CA-2CF7-C62F-C934-86BA5DB0F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C9340C-31E8-A5A8-D75A-2F9FAF8E2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16B0B1-B6DD-0399-C0EB-64CF24118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1575955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Storage Management System: Data 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C355DA-6132-296B-4638-E984B0B7A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40" y="1575955"/>
            <a:ext cx="10809145" cy="3974937"/>
          </a:xfrm>
          <a:prstGeom prst="rect">
            <a:avLst/>
          </a:prstGeom>
        </p:spPr>
      </p:pic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C9C046-4EC9-8BD2-8117-6C28B689C6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8" t="32505" r="98" b="39126"/>
          <a:stretch>
            <a:fillRect/>
          </a:stretch>
        </p:blipFill>
        <p:spPr>
          <a:xfrm>
            <a:off x="563240" y="2204616"/>
            <a:ext cx="10808933" cy="3537959"/>
          </a:xfrm>
        </p:spPr>
      </p:pic>
    </p:spTree>
    <p:extLst>
      <p:ext uri="{BB962C8B-B14F-4D97-AF65-F5344CB8AC3E}">
        <p14:creationId xmlns:p14="http://schemas.microsoft.com/office/powerpoint/2010/main" val="2733955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75D29D-6DD1-2C6D-F0C6-C562C44D9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488138-C160-B116-0059-3397E6013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D7CF48-E718-E2EA-8583-36EB6AA77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AB014F-53F1-F387-00BC-FCB0E8B41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64449F-8525-3B07-AC6E-80D67837D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0DDEA9-6B7F-7CE2-F519-88C100426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1575955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Storage Management System: Data Save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AAB950-241E-97E6-832C-84A580A9D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40" y="1575955"/>
            <a:ext cx="10809145" cy="3974937"/>
          </a:xfrm>
          <a:prstGeom prst="rect">
            <a:avLst/>
          </a:prstGeom>
        </p:spPr>
      </p:pic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2E410C-E25B-ABA8-2489-26FB51F4ED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t="60121" r="2" b="4793"/>
          <a:stretch>
            <a:fillRect/>
          </a:stretch>
        </p:blipFill>
        <p:spPr>
          <a:xfrm>
            <a:off x="563240" y="2204616"/>
            <a:ext cx="10808933" cy="4375646"/>
          </a:xfrm>
        </p:spPr>
      </p:pic>
    </p:spTree>
    <p:extLst>
      <p:ext uri="{BB962C8B-B14F-4D97-AF65-F5344CB8AC3E}">
        <p14:creationId xmlns:p14="http://schemas.microsoft.com/office/powerpoint/2010/main" val="3876261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B552C3E-A295-8237-F430-A948EACE6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66" y="784995"/>
            <a:ext cx="4270573" cy="4164378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6D076B-0EDF-3685-D4A2-8FB92009E0C7}"/>
              </a:ext>
            </a:extLst>
          </p:cNvPr>
          <p:cNvCxnSpPr>
            <a:cxnSpLocks/>
          </p:cNvCxnSpPr>
          <p:nvPr/>
        </p:nvCxnSpPr>
        <p:spPr>
          <a:xfrm flipV="1">
            <a:off x="4735083" y="1415143"/>
            <a:ext cx="3385659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C6094413-9400-4ACD-99BA-51AF0EBD35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5310" b="14966"/>
          <a:stretch>
            <a:fillRect/>
          </a:stretch>
        </p:blipFill>
        <p:spPr>
          <a:xfrm>
            <a:off x="8346211" y="784995"/>
            <a:ext cx="1777504" cy="172597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E4EA0F3-825D-C561-A230-31EF33EBF1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5891" b="35328"/>
          <a:stretch>
            <a:fillRect/>
          </a:stretch>
        </p:blipFill>
        <p:spPr>
          <a:xfrm>
            <a:off x="4426857" y="5152577"/>
            <a:ext cx="7291695" cy="907138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05FEE55-33C1-AE40-2438-DECB760F31F8}"/>
              </a:ext>
            </a:extLst>
          </p:cNvPr>
          <p:cNvCxnSpPr>
            <a:stCxn id="25" idx="2"/>
          </p:cNvCxnSpPr>
          <p:nvPr/>
        </p:nvCxnSpPr>
        <p:spPr>
          <a:xfrm>
            <a:off x="9234963" y="2510971"/>
            <a:ext cx="0" cy="243840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5054C23-1DED-CF2A-2A12-63084F82E30A}"/>
              </a:ext>
            </a:extLst>
          </p:cNvPr>
          <p:cNvGrpSpPr/>
          <p:nvPr/>
        </p:nvGrpSpPr>
        <p:grpSpPr>
          <a:xfrm>
            <a:off x="0" y="6604000"/>
            <a:ext cx="12192000" cy="254000"/>
            <a:chOff x="0" y="6604000"/>
            <a:chExt cx="12192000" cy="254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431C349-7228-00C8-F900-B10C015C1A08}"/>
                </a:ext>
              </a:extLst>
            </p:cNvPr>
            <p:cNvSpPr/>
            <p:nvPr/>
          </p:nvSpPr>
          <p:spPr>
            <a:xfrm>
              <a:off x="2881086" y="6604000"/>
              <a:ext cx="9310914" cy="25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375AF6B-307D-302F-81C2-C20D98D0E7C7}"/>
                </a:ext>
              </a:extLst>
            </p:cNvPr>
            <p:cNvSpPr/>
            <p:nvPr/>
          </p:nvSpPr>
          <p:spPr>
            <a:xfrm>
              <a:off x="0" y="6604000"/>
              <a:ext cx="2881086" cy="25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Group 19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9236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69">
            <a:extLst>
              <a:ext uri="{FF2B5EF4-FFF2-40B4-BE49-F238E27FC236}">
                <a16:creationId xmlns:a16="http://schemas.microsoft.com/office/drawing/2014/main" id="{E7C197AB-54AA-63B9-804C-28D24BF7F2F9}"/>
              </a:ext>
            </a:extLst>
          </p:cNvPr>
          <p:cNvGrpSpPr/>
          <p:nvPr/>
        </p:nvGrpSpPr>
        <p:grpSpPr>
          <a:xfrm>
            <a:off x="4361584" y="393463"/>
            <a:ext cx="7389916" cy="6123451"/>
            <a:chOff x="2416628" y="307955"/>
            <a:chExt cx="7389916" cy="621621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6D55810-A2D4-1A2A-E6E7-683B5CBD9164}"/>
                </a:ext>
              </a:extLst>
            </p:cNvPr>
            <p:cNvSpPr/>
            <p:nvPr/>
          </p:nvSpPr>
          <p:spPr>
            <a:xfrm>
              <a:off x="2416628" y="439925"/>
              <a:ext cx="731793" cy="608424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Main</a:t>
              </a:r>
              <a:b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</a:br>
              <a: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Screen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68F0B90-22F4-8BA9-B90F-0D950A7A4BF4}"/>
                </a:ext>
              </a:extLst>
            </p:cNvPr>
            <p:cNvSpPr/>
            <p:nvPr/>
          </p:nvSpPr>
          <p:spPr>
            <a:xfrm>
              <a:off x="4645593" y="439925"/>
              <a:ext cx="1191296" cy="6885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Inventory</a:t>
              </a:r>
              <a:b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</a:br>
              <a: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Screen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EDACD9A-27D6-7BA7-3FBE-D03307395DA6}"/>
                </a:ext>
              </a:extLst>
            </p:cNvPr>
            <p:cNvCxnSpPr>
              <a:cxnSpLocks/>
            </p:cNvCxnSpPr>
            <p:nvPr/>
          </p:nvCxnSpPr>
          <p:spPr>
            <a:xfrm>
              <a:off x="3148421" y="579678"/>
              <a:ext cx="149717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B55AD16-0018-6735-5693-116D9BE0DE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8421" y="1020472"/>
              <a:ext cx="1497172" cy="0"/>
            </a:xfrm>
            <a:prstGeom prst="straightConnector1">
              <a:avLst/>
            </a:prstGeom>
            <a:ln w="19050"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A7772A5-4257-9BCC-2A3B-3F1FC274402C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5836889" y="784206"/>
              <a:ext cx="163354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9903B62-CF01-13D9-BA4C-46F1D7A9A321}"/>
                </a:ext>
              </a:extLst>
            </p:cNvPr>
            <p:cNvSpPr/>
            <p:nvPr/>
          </p:nvSpPr>
          <p:spPr>
            <a:xfrm>
              <a:off x="4645593" y="1472767"/>
              <a:ext cx="1191296" cy="6885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Floor</a:t>
              </a:r>
              <a:b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</a:br>
              <a: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Screen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ABC7B73-E13E-7429-F5C6-DA8D9DF9A575}"/>
                </a:ext>
              </a:extLst>
            </p:cNvPr>
            <p:cNvCxnSpPr>
              <a:cxnSpLocks/>
            </p:cNvCxnSpPr>
            <p:nvPr/>
          </p:nvCxnSpPr>
          <p:spPr>
            <a:xfrm>
              <a:off x="3148421" y="1612520"/>
              <a:ext cx="149717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E4523FE-1E56-1E33-309E-D2DF58526B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8421" y="2053314"/>
              <a:ext cx="1497172" cy="0"/>
            </a:xfrm>
            <a:prstGeom prst="straightConnector1">
              <a:avLst/>
            </a:prstGeom>
            <a:ln w="19050"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74A3F63-B9FC-4244-78DA-B45B7903028D}"/>
                </a:ext>
              </a:extLst>
            </p:cNvPr>
            <p:cNvCxnSpPr>
              <a:cxnSpLocks/>
              <a:stCxn id="25" idx="3"/>
            </p:cNvCxnSpPr>
            <p:nvPr/>
          </p:nvCxnSpPr>
          <p:spPr>
            <a:xfrm>
              <a:off x="5836889" y="1817048"/>
              <a:ext cx="163354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E0B9E05-F44E-E535-50DF-68E373FE1EB6}"/>
                </a:ext>
              </a:extLst>
            </p:cNvPr>
            <p:cNvSpPr/>
            <p:nvPr/>
          </p:nvSpPr>
          <p:spPr>
            <a:xfrm>
              <a:off x="4645593" y="2505609"/>
              <a:ext cx="1191296" cy="6885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Robot</a:t>
              </a:r>
              <a:b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</a:br>
              <a: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Screen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42CACB4-C0CB-D8E0-0520-6CD3F8294EFE}"/>
                </a:ext>
              </a:extLst>
            </p:cNvPr>
            <p:cNvCxnSpPr>
              <a:cxnSpLocks/>
            </p:cNvCxnSpPr>
            <p:nvPr/>
          </p:nvCxnSpPr>
          <p:spPr>
            <a:xfrm>
              <a:off x="3148421" y="2645362"/>
              <a:ext cx="149717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A036547-A3D4-31DB-E115-2C46504BAB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8421" y="3086156"/>
              <a:ext cx="1497172" cy="0"/>
            </a:xfrm>
            <a:prstGeom prst="straightConnector1">
              <a:avLst/>
            </a:prstGeom>
            <a:ln w="19050"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EB8B403-6113-72F1-4CF6-D02F59AFD616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5836889" y="2849890"/>
              <a:ext cx="163354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45D90E7-C619-2548-C2E5-5D57014F3DC0}"/>
                </a:ext>
              </a:extLst>
            </p:cNvPr>
            <p:cNvSpPr/>
            <p:nvPr/>
          </p:nvSpPr>
          <p:spPr>
            <a:xfrm>
              <a:off x="4645593" y="3538451"/>
              <a:ext cx="1191296" cy="6885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Log</a:t>
              </a:r>
              <a:b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</a:br>
              <a: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Screen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751E7D1-F88C-B591-1236-E05D7D756E4E}"/>
                </a:ext>
              </a:extLst>
            </p:cNvPr>
            <p:cNvCxnSpPr>
              <a:cxnSpLocks/>
            </p:cNvCxnSpPr>
            <p:nvPr/>
          </p:nvCxnSpPr>
          <p:spPr>
            <a:xfrm>
              <a:off x="3148421" y="3678204"/>
              <a:ext cx="149717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BB7A18F-4074-232E-8EC3-C0D66B9FF4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8421" y="4118998"/>
              <a:ext cx="1497172" cy="0"/>
            </a:xfrm>
            <a:prstGeom prst="straightConnector1">
              <a:avLst/>
            </a:prstGeom>
            <a:ln w="19050"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849C488-EA3F-00FD-5757-159F82F0EBAA}"/>
                </a:ext>
              </a:extLst>
            </p:cNvPr>
            <p:cNvCxnSpPr>
              <a:cxnSpLocks/>
              <a:stCxn id="35" idx="3"/>
            </p:cNvCxnSpPr>
            <p:nvPr/>
          </p:nvCxnSpPr>
          <p:spPr>
            <a:xfrm>
              <a:off x="5836889" y="3882732"/>
              <a:ext cx="163354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8654CDE-B0D4-8C1D-A6CC-799CDAEE712F}"/>
                </a:ext>
              </a:extLst>
            </p:cNvPr>
            <p:cNvSpPr/>
            <p:nvPr/>
          </p:nvSpPr>
          <p:spPr>
            <a:xfrm>
              <a:off x="4645593" y="4571292"/>
              <a:ext cx="1191296" cy="6885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Stock</a:t>
              </a:r>
              <a:b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</a:br>
              <a: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Screen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3160213-BBB0-9E8D-1A70-EB483DA92620}"/>
                </a:ext>
              </a:extLst>
            </p:cNvPr>
            <p:cNvCxnSpPr>
              <a:cxnSpLocks/>
            </p:cNvCxnSpPr>
            <p:nvPr/>
          </p:nvCxnSpPr>
          <p:spPr>
            <a:xfrm>
              <a:off x="3148421" y="4711045"/>
              <a:ext cx="149717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96C6A05-BC3C-C5DB-553E-F40116ADB1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8421" y="5151839"/>
              <a:ext cx="1497172" cy="0"/>
            </a:xfrm>
            <a:prstGeom prst="straightConnector1">
              <a:avLst/>
            </a:prstGeom>
            <a:ln w="19050"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265511E-D44A-035F-C892-3EE75C94D9E4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>
              <a:off x="5836889" y="4915573"/>
              <a:ext cx="163354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177B4DF-03B5-A2F4-F40F-E57A220F7ABD}"/>
                </a:ext>
              </a:extLst>
            </p:cNvPr>
            <p:cNvSpPr/>
            <p:nvPr/>
          </p:nvSpPr>
          <p:spPr>
            <a:xfrm>
              <a:off x="4645593" y="5604133"/>
              <a:ext cx="1191296" cy="6885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Order</a:t>
              </a:r>
              <a:b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</a:br>
              <a: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Screen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EE6AA4D-96B0-297E-77A5-EDBCB1E10FB5}"/>
                </a:ext>
              </a:extLst>
            </p:cNvPr>
            <p:cNvCxnSpPr>
              <a:cxnSpLocks/>
            </p:cNvCxnSpPr>
            <p:nvPr/>
          </p:nvCxnSpPr>
          <p:spPr>
            <a:xfrm>
              <a:off x="3148421" y="5743886"/>
              <a:ext cx="149717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070D69DD-A65D-1B9C-F8E9-12C44A3708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8421" y="6184680"/>
              <a:ext cx="1497172" cy="0"/>
            </a:xfrm>
            <a:prstGeom prst="straightConnector1">
              <a:avLst/>
            </a:prstGeom>
            <a:ln w="19050"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2D7DCD98-2541-F5F9-B514-F7D2C987EBA2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>
              <a:off x="5836889" y="5948414"/>
              <a:ext cx="163354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12FC3C-D04B-9117-5E1D-BC94E8523E25}"/>
                </a:ext>
              </a:extLst>
            </p:cNvPr>
            <p:cNvSpPr txBox="1"/>
            <p:nvPr/>
          </p:nvSpPr>
          <p:spPr>
            <a:xfrm>
              <a:off x="3188997" y="307955"/>
              <a:ext cx="13092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" panose="02040503050406030204" pitchFamily="18" charset="0"/>
                  <a:ea typeface="Cambria" panose="02040503050406030204" pitchFamily="18" charset="0"/>
                </a:rPr>
                <a:t>Inventory Button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69E6325-463E-82F3-E02D-7ECD345AE3F7}"/>
                </a:ext>
              </a:extLst>
            </p:cNvPr>
            <p:cNvSpPr txBox="1"/>
            <p:nvPr/>
          </p:nvSpPr>
          <p:spPr>
            <a:xfrm>
              <a:off x="4023765" y="784205"/>
              <a:ext cx="6403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" panose="02040503050406030204" pitchFamily="18" charset="0"/>
                  <a:ea typeface="Cambria" panose="02040503050406030204" pitchFamily="18" charset="0"/>
                </a:rPr>
                <a:t>Return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A6D467F-F32A-96BD-B20C-83B7250CD907}"/>
                </a:ext>
              </a:extLst>
            </p:cNvPr>
            <p:cNvSpPr txBox="1"/>
            <p:nvPr/>
          </p:nvSpPr>
          <p:spPr>
            <a:xfrm>
              <a:off x="3188997" y="1327478"/>
              <a:ext cx="14225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" panose="02040503050406030204" pitchFamily="18" charset="0"/>
                  <a:ea typeface="Cambria" panose="02040503050406030204" pitchFamily="18" charset="0"/>
                </a:rPr>
                <a:t>Warehouse Button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91B05A6-5D7B-0603-16D9-B1BAE02A8490}"/>
                </a:ext>
              </a:extLst>
            </p:cNvPr>
            <p:cNvSpPr txBox="1"/>
            <p:nvPr/>
          </p:nvSpPr>
          <p:spPr>
            <a:xfrm>
              <a:off x="4023765" y="1803728"/>
              <a:ext cx="6403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" panose="02040503050406030204" pitchFamily="18" charset="0"/>
                  <a:ea typeface="Cambria" panose="02040503050406030204" pitchFamily="18" charset="0"/>
                </a:rPr>
                <a:t>Return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84D97F2-2A8C-0492-0425-F2FBE376C1F7}"/>
                </a:ext>
              </a:extLst>
            </p:cNvPr>
            <p:cNvSpPr txBox="1"/>
            <p:nvPr/>
          </p:nvSpPr>
          <p:spPr>
            <a:xfrm>
              <a:off x="3188997" y="2367108"/>
              <a:ext cx="10639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" panose="02040503050406030204" pitchFamily="18" charset="0"/>
                  <a:ea typeface="Cambria" panose="02040503050406030204" pitchFamily="18" charset="0"/>
                </a:rPr>
                <a:t>Robot Button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DC290BD-0B45-9189-0A87-C1A8AB3990AB}"/>
                </a:ext>
              </a:extLst>
            </p:cNvPr>
            <p:cNvSpPr txBox="1"/>
            <p:nvPr/>
          </p:nvSpPr>
          <p:spPr>
            <a:xfrm>
              <a:off x="4023765" y="2843358"/>
              <a:ext cx="6403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" panose="02040503050406030204" pitchFamily="18" charset="0"/>
                  <a:ea typeface="Cambria" panose="02040503050406030204" pitchFamily="18" charset="0"/>
                </a:rPr>
                <a:t>Return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0C2A244-8989-8F36-7412-4BAD37373CBD}"/>
                </a:ext>
              </a:extLst>
            </p:cNvPr>
            <p:cNvSpPr txBox="1"/>
            <p:nvPr/>
          </p:nvSpPr>
          <p:spPr>
            <a:xfrm>
              <a:off x="3188997" y="3399950"/>
              <a:ext cx="90242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" panose="02040503050406030204" pitchFamily="18" charset="0"/>
                  <a:ea typeface="Cambria" panose="02040503050406030204" pitchFamily="18" charset="0"/>
                </a:rPr>
                <a:t>Log Button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6A6A661-9888-EDE1-E85E-ECD589B05CA4}"/>
                </a:ext>
              </a:extLst>
            </p:cNvPr>
            <p:cNvSpPr txBox="1"/>
            <p:nvPr/>
          </p:nvSpPr>
          <p:spPr>
            <a:xfrm>
              <a:off x="4023765" y="3876200"/>
              <a:ext cx="6403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" panose="02040503050406030204" pitchFamily="18" charset="0"/>
                  <a:ea typeface="Cambria" panose="02040503050406030204" pitchFamily="18" charset="0"/>
                </a:rPr>
                <a:t>Return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9D15ABA-AF94-0791-FF01-D145B4EA8D4B}"/>
                </a:ext>
              </a:extLst>
            </p:cNvPr>
            <p:cNvSpPr txBox="1"/>
            <p:nvPr/>
          </p:nvSpPr>
          <p:spPr>
            <a:xfrm>
              <a:off x="3188997" y="4425007"/>
              <a:ext cx="10407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" panose="02040503050406030204" pitchFamily="18" charset="0"/>
                  <a:ea typeface="Cambria" panose="02040503050406030204" pitchFamily="18" charset="0"/>
                </a:rPr>
                <a:t>Stock Button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FE4542D-3667-BD9D-5DB9-00AC7287B70E}"/>
                </a:ext>
              </a:extLst>
            </p:cNvPr>
            <p:cNvSpPr txBox="1"/>
            <p:nvPr/>
          </p:nvSpPr>
          <p:spPr>
            <a:xfrm>
              <a:off x="4023765" y="4901257"/>
              <a:ext cx="6403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" panose="02040503050406030204" pitchFamily="18" charset="0"/>
                  <a:ea typeface="Cambria" panose="02040503050406030204" pitchFamily="18" charset="0"/>
                </a:rPr>
                <a:t>Return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BFDF73B-1F32-DF68-095F-2B914E4AF226}"/>
                </a:ext>
              </a:extLst>
            </p:cNvPr>
            <p:cNvSpPr txBox="1"/>
            <p:nvPr/>
          </p:nvSpPr>
          <p:spPr>
            <a:xfrm>
              <a:off x="3188997" y="5463103"/>
              <a:ext cx="10457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" panose="02040503050406030204" pitchFamily="18" charset="0"/>
                  <a:ea typeface="Cambria" panose="02040503050406030204" pitchFamily="18" charset="0"/>
                </a:rPr>
                <a:t>Order Button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AC1CC9C-2F51-77C3-F2A9-9D58751C469A}"/>
                </a:ext>
              </a:extLst>
            </p:cNvPr>
            <p:cNvSpPr txBox="1"/>
            <p:nvPr/>
          </p:nvSpPr>
          <p:spPr>
            <a:xfrm>
              <a:off x="4023765" y="5939353"/>
              <a:ext cx="6403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" panose="02040503050406030204" pitchFamily="18" charset="0"/>
                  <a:ea typeface="Cambria" panose="02040503050406030204" pitchFamily="18" charset="0"/>
                </a:rPr>
                <a:t>Return</a:t>
              </a:r>
            </a:p>
          </p:txBody>
        </p:sp>
        <p:sp>
          <p:nvSpPr>
            <p:cNvPr id="64" name="Flowchart: Predefined Process 63">
              <a:extLst>
                <a:ext uri="{FF2B5EF4-FFF2-40B4-BE49-F238E27FC236}">
                  <a16:creationId xmlns:a16="http://schemas.microsoft.com/office/drawing/2014/main" id="{480DE4C0-9DE7-6864-F800-ED3B14EEC587}"/>
                </a:ext>
              </a:extLst>
            </p:cNvPr>
            <p:cNvSpPr/>
            <p:nvPr/>
          </p:nvSpPr>
          <p:spPr>
            <a:xfrm>
              <a:off x="7479837" y="439924"/>
              <a:ext cx="2326707" cy="688561"/>
            </a:xfrm>
            <a:prstGeom prst="flowChartPredefined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Inventory Controller</a:t>
              </a:r>
            </a:p>
          </p:txBody>
        </p:sp>
        <p:sp>
          <p:nvSpPr>
            <p:cNvPr id="65" name="Flowchart: Predefined Process 64">
              <a:extLst>
                <a:ext uri="{FF2B5EF4-FFF2-40B4-BE49-F238E27FC236}">
                  <a16:creationId xmlns:a16="http://schemas.microsoft.com/office/drawing/2014/main" id="{1705B2CB-B2F2-9272-1D36-03104316FFF8}"/>
                </a:ext>
              </a:extLst>
            </p:cNvPr>
            <p:cNvSpPr/>
            <p:nvPr/>
          </p:nvSpPr>
          <p:spPr>
            <a:xfrm>
              <a:off x="7479837" y="1472767"/>
              <a:ext cx="2326707" cy="688561"/>
            </a:xfrm>
            <a:prstGeom prst="flowChartPredefined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Floor Controller</a:t>
              </a:r>
            </a:p>
          </p:txBody>
        </p:sp>
        <p:sp>
          <p:nvSpPr>
            <p:cNvPr id="66" name="Flowchart: Predefined Process 65">
              <a:extLst>
                <a:ext uri="{FF2B5EF4-FFF2-40B4-BE49-F238E27FC236}">
                  <a16:creationId xmlns:a16="http://schemas.microsoft.com/office/drawing/2014/main" id="{39409E4F-8A1A-E781-B1E6-E4E7DB1301BD}"/>
                </a:ext>
              </a:extLst>
            </p:cNvPr>
            <p:cNvSpPr/>
            <p:nvPr/>
          </p:nvSpPr>
          <p:spPr>
            <a:xfrm>
              <a:off x="7470435" y="2499077"/>
              <a:ext cx="2326707" cy="688561"/>
            </a:xfrm>
            <a:prstGeom prst="flowChartPredefined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Robot Controller</a:t>
              </a:r>
            </a:p>
          </p:txBody>
        </p:sp>
        <p:sp>
          <p:nvSpPr>
            <p:cNvPr id="67" name="Flowchart: Predefined Process 66">
              <a:extLst>
                <a:ext uri="{FF2B5EF4-FFF2-40B4-BE49-F238E27FC236}">
                  <a16:creationId xmlns:a16="http://schemas.microsoft.com/office/drawing/2014/main" id="{E22CB3C0-A650-0EEB-3199-894D5C1DFB29}"/>
                </a:ext>
              </a:extLst>
            </p:cNvPr>
            <p:cNvSpPr/>
            <p:nvPr/>
          </p:nvSpPr>
          <p:spPr>
            <a:xfrm>
              <a:off x="7479837" y="3538450"/>
              <a:ext cx="2326707" cy="688561"/>
            </a:xfrm>
            <a:prstGeom prst="flowChartPredefined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Log Controller</a:t>
              </a:r>
            </a:p>
          </p:txBody>
        </p:sp>
        <p:sp>
          <p:nvSpPr>
            <p:cNvPr id="68" name="Flowchart: Predefined Process 67">
              <a:extLst>
                <a:ext uri="{FF2B5EF4-FFF2-40B4-BE49-F238E27FC236}">
                  <a16:creationId xmlns:a16="http://schemas.microsoft.com/office/drawing/2014/main" id="{2BB71F76-69A6-05B1-FE98-9A537C50B3ED}"/>
                </a:ext>
              </a:extLst>
            </p:cNvPr>
            <p:cNvSpPr/>
            <p:nvPr/>
          </p:nvSpPr>
          <p:spPr>
            <a:xfrm>
              <a:off x="7479837" y="4556976"/>
              <a:ext cx="2326707" cy="688561"/>
            </a:xfrm>
            <a:prstGeom prst="flowChartPredefined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Stock Controller</a:t>
              </a:r>
            </a:p>
          </p:txBody>
        </p:sp>
        <p:sp>
          <p:nvSpPr>
            <p:cNvPr id="69" name="Flowchart: Predefined Process 68">
              <a:extLst>
                <a:ext uri="{FF2B5EF4-FFF2-40B4-BE49-F238E27FC236}">
                  <a16:creationId xmlns:a16="http://schemas.microsoft.com/office/drawing/2014/main" id="{53A671DC-F419-2F65-9751-DC9CD2E3C2E1}"/>
                </a:ext>
              </a:extLst>
            </p:cNvPr>
            <p:cNvSpPr/>
            <p:nvPr/>
          </p:nvSpPr>
          <p:spPr>
            <a:xfrm>
              <a:off x="7479837" y="5595072"/>
              <a:ext cx="2326707" cy="688561"/>
            </a:xfrm>
            <a:prstGeom prst="flowChartPredefined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Order Controller</a:t>
              </a: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E6DAD259-0141-1DF8-B968-1A3CBE444E5C}"/>
              </a:ext>
            </a:extLst>
          </p:cNvPr>
          <p:cNvSpPr txBox="1"/>
          <p:nvPr/>
        </p:nvSpPr>
        <p:spPr>
          <a:xfrm>
            <a:off x="592096" y="442686"/>
            <a:ext cx="31205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Overall Interaction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5EB04AA-F2C8-F7C6-1485-0ECF99D52E8D}"/>
              </a:ext>
            </a:extLst>
          </p:cNvPr>
          <p:cNvGrpSpPr/>
          <p:nvPr/>
        </p:nvGrpSpPr>
        <p:grpSpPr>
          <a:xfrm>
            <a:off x="0" y="6604000"/>
            <a:ext cx="12192000" cy="254000"/>
            <a:chOff x="0" y="6604000"/>
            <a:chExt cx="12192000" cy="254000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F82527D-9A55-D112-F97B-54F2DF0FEA81}"/>
                </a:ext>
              </a:extLst>
            </p:cNvPr>
            <p:cNvSpPr/>
            <p:nvPr/>
          </p:nvSpPr>
          <p:spPr>
            <a:xfrm>
              <a:off x="2881086" y="6604000"/>
              <a:ext cx="9310914" cy="25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F1CE141-48BF-B2A8-2B6F-CAB1A447C28C}"/>
                </a:ext>
              </a:extLst>
            </p:cNvPr>
            <p:cNvSpPr/>
            <p:nvPr/>
          </p:nvSpPr>
          <p:spPr>
            <a:xfrm>
              <a:off x="0" y="6604000"/>
              <a:ext cx="2881086" cy="25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Group 19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5132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00155-5322-09A7-5836-C2FE2B3E4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Logger Functions: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EC939-BA16-5799-6CB2-E4C22B11D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Record warehouse data.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Summarize warehouse activities.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Manage and track all warehouse operations.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65ACA4C-8087-6C44-17F0-87A71A590AA4}"/>
              </a:ext>
            </a:extLst>
          </p:cNvPr>
          <p:cNvGrpSpPr/>
          <p:nvPr/>
        </p:nvGrpSpPr>
        <p:grpSpPr>
          <a:xfrm>
            <a:off x="0" y="6604000"/>
            <a:ext cx="12192000" cy="254000"/>
            <a:chOff x="0" y="6604000"/>
            <a:chExt cx="12192000" cy="254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AD9081F-19B4-1F0F-AF28-415F5569C29F}"/>
                </a:ext>
              </a:extLst>
            </p:cNvPr>
            <p:cNvSpPr/>
            <p:nvPr/>
          </p:nvSpPr>
          <p:spPr>
            <a:xfrm>
              <a:off x="2881086" y="6604000"/>
              <a:ext cx="9310914" cy="25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FED69E8-551F-0EE4-EAC7-E4F7EAD26A3B}"/>
                </a:ext>
              </a:extLst>
            </p:cNvPr>
            <p:cNvSpPr/>
            <p:nvPr/>
          </p:nvSpPr>
          <p:spPr>
            <a:xfrm>
              <a:off x="0" y="6604000"/>
              <a:ext cx="2881086" cy="25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Group 19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3951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04724C55-646C-8A98-3E31-5020E81DF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160" y="42862"/>
            <a:ext cx="6863897" cy="6472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F479CF-3A5C-3071-0B58-788008530ACD}"/>
              </a:ext>
            </a:extLst>
          </p:cNvPr>
          <p:cNvSpPr txBox="1"/>
          <p:nvPr/>
        </p:nvSpPr>
        <p:spPr>
          <a:xfrm>
            <a:off x="505010" y="457200"/>
            <a:ext cx="34719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Flow Chart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7FFA6D3-8FCE-A483-720B-7964B7E26AA9}"/>
              </a:ext>
            </a:extLst>
          </p:cNvPr>
          <p:cNvGrpSpPr/>
          <p:nvPr/>
        </p:nvGrpSpPr>
        <p:grpSpPr>
          <a:xfrm>
            <a:off x="0" y="6604000"/>
            <a:ext cx="12192000" cy="254000"/>
            <a:chOff x="0" y="6604000"/>
            <a:chExt cx="12192000" cy="254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4050D57-8DF0-D538-8404-DC42379E0CA8}"/>
                </a:ext>
              </a:extLst>
            </p:cNvPr>
            <p:cNvSpPr/>
            <p:nvPr/>
          </p:nvSpPr>
          <p:spPr>
            <a:xfrm>
              <a:off x="2881086" y="6604000"/>
              <a:ext cx="9310914" cy="25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BDD952-B7E5-60D8-6392-8F2D040A85F6}"/>
                </a:ext>
              </a:extLst>
            </p:cNvPr>
            <p:cNvSpPr/>
            <p:nvPr/>
          </p:nvSpPr>
          <p:spPr>
            <a:xfrm>
              <a:off x="0" y="6604000"/>
              <a:ext cx="2881086" cy="25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Group 19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8365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C9093-3D7A-9EAA-F5A0-6324AE012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093" y="1214228"/>
            <a:ext cx="10839072" cy="1325563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log_print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  (String </a:t>
            </a:r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type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	    String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component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	   String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message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03E3FA-6EA9-EEAA-D437-6F767A92251C}"/>
              </a:ext>
            </a:extLst>
          </p:cNvPr>
          <p:cNvSpPr txBox="1"/>
          <p:nvPr/>
        </p:nvSpPr>
        <p:spPr>
          <a:xfrm>
            <a:off x="2988633" y="3472357"/>
            <a:ext cx="205740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[INFO]</a:t>
            </a:r>
          </a:p>
          <a:p>
            <a:pPr algn="ctr"/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[WARNING]</a:t>
            </a:r>
          </a:p>
          <a:p>
            <a:pPr algn="ctr"/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algn="ctr"/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[ERROR]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90C1C47-CDF8-1171-FAFB-0B46BBAFCC14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4017334" y="2090507"/>
            <a:ext cx="0" cy="138185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54E98E3-4995-8DB6-7DB9-86DE243B317B}"/>
              </a:ext>
            </a:extLst>
          </p:cNvPr>
          <p:cNvSpPr txBox="1"/>
          <p:nvPr/>
        </p:nvSpPr>
        <p:spPr>
          <a:xfrm>
            <a:off x="5673294" y="3455357"/>
            <a:ext cx="215845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[Robot(1, 3)]</a:t>
            </a:r>
          </a:p>
          <a:p>
            <a:pPr algn="ctr"/>
            <a:endParaRPr lang="en-US" sz="2800" dirty="0">
              <a:solidFill>
                <a:schemeClr val="accent6">
                  <a:lumMod val="75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[Inventory]</a:t>
            </a:r>
          </a:p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[Charging]</a:t>
            </a:r>
          </a:p>
          <a:p>
            <a:pPr algn="ctr"/>
            <a:endParaRPr lang="en-US" sz="2800" dirty="0">
              <a:solidFill>
                <a:schemeClr val="accent6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34F402D-2290-A123-FA6F-4F3B679DAA97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6752522" y="2048118"/>
            <a:ext cx="0" cy="1407239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4E90387-629A-E8CC-9F41-B01E6E74CD5C}"/>
              </a:ext>
            </a:extLst>
          </p:cNvPr>
          <p:cNvSpPr txBox="1"/>
          <p:nvPr/>
        </p:nvSpPr>
        <p:spPr>
          <a:xfrm>
            <a:off x="5025312" y="5919848"/>
            <a:ext cx="34544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Equipmentmanager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F2A63F-75E8-7153-5ADD-AF5882092FF5}"/>
              </a:ext>
            </a:extLst>
          </p:cNvPr>
          <p:cNvSpPr txBox="1"/>
          <p:nvPr/>
        </p:nvSpPr>
        <p:spPr>
          <a:xfrm>
            <a:off x="9142161" y="3455357"/>
            <a:ext cx="2057401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Message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F0DBDCF-7EC2-4D10-DDD1-5CA6748802F9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10170862" y="2073507"/>
            <a:ext cx="0" cy="138185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A6E111E-C4E4-5F12-4B68-49434FCF8000}"/>
              </a:ext>
            </a:extLst>
          </p:cNvPr>
          <p:cNvSpPr txBox="1"/>
          <p:nvPr/>
        </p:nvSpPr>
        <p:spPr>
          <a:xfrm>
            <a:off x="545835" y="720558"/>
            <a:ext cx="23198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Method: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7BDF253-6586-2F22-3010-37620516C9DC}"/>
              </a:ext>
            </a:extLst>
          </p:cNvPr>
          <p:cNvGrpSpPr/>
          <p:nvPr/>
        </p:nvGrpSpPr>
        <p:grpSpPr>
          <a:xfrm>
            <a:off x="0" y="6604000"/>
            <a:ext cx="12192000" cy="254000"/>
            <a:chOff x="0" y="6604000"/>
            <a:chExt cx="12192000" cy="254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05B1277-3E2C-C901-ABBE-EFED39048CD1}"/>
                </a:ext>
              </a:extLst>
            </p:cNvPr>
            <p:cNvSpPr/>
            <p:nvPr/>
          </p:nvSpPr>
          <p:spPr>
            <a:xfrm>
              <a:off x="2881086" y="6604000"/>
              <a:ext cx="9310914" cy="25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2AF1774-3B0E-C34E-EC2A-5E4B0D9E8484}"/>
                </a:ext>
              </a:extLst>
            </p:cNvPr>
            <p:cNvSpPr/>
            <p:nvPr/>
          </p:nvSpPr>
          <p:spPr>
            <a:xfrm>
              <a:off x="0" y="6604000"/>
              <a:ext cx="2881086" cy="25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Group 19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4734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88F84-E4FA-3186-4313-231A082BE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HMI (Human-Machine Interface) effect: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514C-3426-8558-A7E7-A19584765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Ease of Management.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Increased Productivity.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Approachable, Assertive, and Visible.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 and Cost Efficiency and Minimizes Error.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BC2BC3-5FE5-6035-5D06-E345B1E86D37}"/>
              </a:ext>
            </a:extLst>
          </p:cNvPr>
          <p:cNvGrpSpPr/>
          <p:nvPr/>
        </p:nvGrpSpPr>
        <p:grpSpPr>
          <a:xfrm>
            <a:off x="0" y="6604000"/>
            <a:ext cx="12192000" cy="254000"/>
            <a:chOff x="0" y="6604000"/>
            <a:chExt cx="12192000" cy="254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4AF4C05-53CD-980D-35C4-D31B5177A010}"/>
                </a:ext>
              </a:extLst>
            </p:cNvPr>
            <p:cNvSpPr/>
            <p:nvPr/>
          </p:nvSpPr>
          <p:spPr>
            <a:xfrm>
              <a:off x="2881086" y="6604000"/>
              <a:ext cx="9310914" cy="25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8798D9-4912-4741-C20B-1AF2C21F4849}"/>
                </a:ext>
              </a:extLst>
            </p:cNvPr>
            <p:cNvSpPr/>
            <p:nvPr/>
          </p:nvSpPr>
          <p:spPr>
            <a:xfrm>
              <a:off x="0" y="6604000"/>
              <a:ext cx="2881086" cy="25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Group 19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5643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88F84-E4FA-3186-4313-231A082BE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HMI (Human-Machine Interface) effect: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514C-3426-8558-A7E7-A19584765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Ease of Management.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Increased Productivity.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Approachable, Assertive, and Visible.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 and Cost Efficiency and Minimizes Error.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BC2BC3-5FE5-6035-5D06-E345B1E86D37}"/>
              </a:ext>
            </a:extLst>
          </p:cNvPr>
          <p:cNvGrpSpPr/>
          <p:nvPr/>
        </p:nvGrpSpPr>
        <p:grpSpPr>
          <a:xfrm>
            <a:off x="0" y="6604000"/>
            <a:ext cx="12192000" cy="254000"/>
            <a:chOff x="0" y="6604000"/>
            <a:chExt cx="12192000" cy="254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4AF4C05-53CD-980D-35C4-D31B5177A010}"/>
                </a:ext>
              </a:extLst>
            </p:cNvPr>
            <p:cNvSpPr/>
            <p:nvPr/>
          </p:nvSpPr>
          <p:spPr>
            <a:xfrm>
              <a:off x="2881086" y="6604000"/>
              <a:ext cx="9310914" cy="25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8798D9-4912-4741-C20B-1AF2C21F4849}"/>
                </a:ext>
              </a:extLst>
            </p:cNvPr>
            <p:cNvSpPr/>
            <p:nvPr/>
          </p:nvSpPr>
          <p:spPr>
            <a:xfrm>
              <a:off x="0" y="6604000"/>
              <a:ext cx="2881086" cy="25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Group 19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747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3573688C-30FF-9AD9-363A-CE3BF2EA2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401" y="0"/>
            <a:ext cx="8411028" cy="6591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A9FCFF-10CA-C484-7533-5D8BD86D67EE}"/>
              </a:ext>
            </a:extLst>
          </p:cNvPr>
          <p:cNvSpPr txBox="1"/>
          <p:nvPr/>
        </p:nvSpPr>
        <p:spPr>
          <a:xfrm>
            <a:off x="505010" y="457200"/>
            <a:ext cx="31205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</a:p>
          <a:p>
            <a:r>
              <a:rPr lang="en-US" sz="4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Diagram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97756E8-2A80-ADE4-148A-D177381E7C8C}"/>
              </a:ext>
            </a:extLst>
          </p:cNvPr>
          <p:cNvGrpSpPr/>
          <p:nvPr/>
        </p:nvGrpSpPr>
        <p:grpSpPr>
          <a:xfrm>
            <a:off x="0" y="6604000"/>
            <a:ext cx="12192000" cy="254000"/>
            <a:chOff x="0" y="6604000"/>
            <a:chExt cx="12192000" cy="254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1CA2486-A583-947E-3060-151624C77EB7}"/>
                </a:ext>
              </a:extLst>
            </p:cNvPr>
            <p:cNvSpPr/>
            <p:nvPr/>
          </p:nvSpPr>
          <p:spPr>
            <a:xfrm>
              <a:off x="2881086" y="6604000"/>
              <a:ext cx="9310914" cy="25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2A6A53D-E13F-11FE-3FA3-43EDC7901B34}"/>
                </a:ext>
              </a:extLst>
            </p:cNvPr>
            <p:cNvSpPr/>
            <p:nvPr/>
          </p:nvSpPr>
          <p:spPr>
            <a:xfrm>
              <a:off x="0" y="6604000"/>
              <a:ext cx="2881086" cy="25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Group 19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7105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88F84-E4FA-3186-4313-231A082BE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HMI (Human-Machine Interface) effect: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514C-3426-8558-A7E7-A19584765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Ease of Management.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Increased Productivity.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Approachable, Assertive, and Visible.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 and Cost Efficiency and Minimizes Error.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BC2BC3-5FE5-6035-5D06-E345B1E86D37}"/>
              </a:ext>
            </a:extLst>
          </p:cNvPr>
          <p:cNvGrpSpPr/>
          <p:nvPr/>
        </p:nvGrpSpPr>
        <p:grpSpPr>
          <a:xfrm>
            <a:off x="0" y="6604000"/>
            <a:ext cx="12192000" cy="254000"/>
            <a:chOff x="0" y="6604000"/>
            <a:chExt cx="12192000" cy="254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4AF4C05-53CD-980D-35C4-D31B5177A010}"/>
                </a:ext>
              </a:extLst>
            </p:cNvPr>
            <p:cNvSpPr/>
            <p:nvPr/>
          </p:nvSpPr>
          <p:spPr>
            <a:xfrm>
              <a:off x="2881086" y="6604000"/>
              <a:ext cx="9310914" cy="25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8798D9-4912-4741-C20B-1AF2C21F4849}"/>
                </a:ext>
              </a:extLst>
            </p:cNvPr>
            <p:cNvSpPr/>
            <p:nvPr/>
          </p:nvSpPr>
          <p:spPr>
            <a:xfrm>
              <a:off x="0" y="6604000"/>
              <a:ext cx="2881086" cy="25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Group 19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0476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CA8BC12-428D-5CDB-1F45-A8CD184DFBB4}"/>
              </a:ext>
            </a:extLst>
          </p:cNvPr>
          <p:cNvGrpSpPr/>
          <p:nvPr/>
        </p:nvGrpSpPr>
        <p:grpSpPr>
          <a:xfrm>
            <a:off x="708749" y="1710357"/>
            <a:ext cx="10774502" cy="4482313"/>
            <a:chOff x="770435" y="937036"/>
            <a:chExt cx="10774502" cy="44823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C0FE25-F1C3-413F-239E-08CE786D22DB}"/>
                </a:ext>
              </a:extLst>
            </p:cNvPr>
            <p:cNvSpPr/>
            <p:nvPr/>
          </p:nvSpPr>
          <p:spPr>
            <a:xfrm>
              <a:off x="5486401" y="1625599"/>
              <a:ext cx="1342571" cy="8055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Inventory Manager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C7CC0F-ABAA-1111-FDBD-4B29C517D675}"/>
                </a:ext>
              </a:extLst>
            </p:cNvPr>
            <p:cNvSpPr/>
            <p:nvPr/>
          </p:nvSpPr>
          <p:spPr>
            <a:xfrm>
              <a:off x="5486401" y="3925245"/>
              <a:ext cx="1342571" cy="8055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Robot Manager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F566913-D962-5964-F579-84A443C44F4C}"/>
                </a:ext>
              </a:extLst>
            </p:cNvPr>
            <p:cNvSpPr/>
            <p:nvPr/>
          </p:nvSpPr>
          <p:spPr>
            <a:xfrm>
              <a:off x="3011714" y="937036"/>
              <a:ext cx="1830947" cy="6885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Add Stock </a:t>
              </a:r>
            </a:p>
            <a:p>
              <a:pPr algn="ctr"/>
              <a:r>
                <a:rPr lang="en-US" sz="16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from Stock screen</a:t>
              </a:r>
            </a:p>
          </p:txBody>
        </p:sp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65E66C0A-ED44-4EB6-8C80-B4F405AF8C2E}"/>
                </a:ext>
              </a:extLst>
            </p:cNvPr>
            <p:cNvCxnSpPr>
              <a:stCxn id="7" idx="2"/>
              <a:endCxn id="5" idx="1"/>
            </p:cNvCxnSpPr>
            <p:nvPr/>
          </p:nvCxnSpPr>
          <p:spPr>
            <a:xfrm rot="16200000" flipH="1">
              <a:off x="4505407" y="1047377"/>
              <a:ext cx="402774" cy="1559213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1380204-7640-09DD-4EBE-324CC4B1908D}"/>
                </a:ext>
              </a:extLst>
            </p:cNvPr>
            <p:cNvSpPr/>
            <p:nvPr/>
          </p:nvSpPr>
          <p:spPr>
            <a:xfrm>
              <a:off x="7472711" y="937037"/>
              <a:ext cx="1830947" cy="6885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Inventory</a:t>
              </a:r>
              <a:br>
                <a:rPr lang="en-US" sz="16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</a:br>
              <a:r>
                <a:rPr lang="en-US" sz="16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Screen</a:t>
              </a:r>
            </a:p>
          </p:txBody>
        </p:sp>
        <p:cxnSp>
          <p:nvCxnSpPr>
            <p:cNvPr id="12" name="Connector: Curved 11">
              <a:extLst>
                <a:ext uri="{FF2B5EF4-FFF2-40B4-BE49-F238E27FC236}">
                  <a16:creationId xmlns:a16="http://schemas.microsoft.com/office/drawing/2014/main" id="{89272E51-E01D-C7C2-EE93-30AB868DB01A}"/>
                </a:ext>
              </a:extLst>
            </p:cNvPr>
            <p:cNvCxnSpPr>
              <a:stCxn id="5" idx="3"/>
              <a:endCxn id="10" idx="2"/>
            </p:cNvCxnSpPr>
            <p:nvPr/>
          </p:nvCxnSpPr>
          <p:spPr>
            <a:xfrm flipV="1">
              <a:off x="6828972" y="1625598"/>
              <a:ext cx="1559213" cy="402773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8329DEB-881D-C6FD-3A8E-3B87B985B0EF}"/>
                </a:ext>
              </a:extLst>
            </p:cNvPr>
            <p:cNvSpPr/>
            <p:nvPr/>
          </p:nvSpPr>
          <p:spPr>
            <a:xfrm>
              <a:off x="3011715" y="4730788"/>
              <a:ext cx="1830947" cy="6885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Create Order </a:t>
              </a:r>
            </a:p>
            <a:p>
              <a:pPr algn="ctr"/>
              <a:r>
                <a:rPr lang="en-US" sz="16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from Stock screen</a:t>
              </a:r>
            </a:p>
          </p:txBody>
        </p:sp>
        <p:cxnSp>
          <p:nvCxnSpPr>
            <p:cNvPr id="16" name="Connector: Curved 15">
              <a:extLst>
                <a:ext uri="{FF2B5EF4-FFF2-40B4-BE49-F238E27FC236}">
                  <a16:creationId xmlns:a16="http://schemas.microsoft.com/office/drawing/2014/main" id="{F9CB2BD5-66D0-B6AC-CF93-ACEF548CD77E}"/>
                </a:ext>
              </a:extLst>
            </p:cNvPr>
            <p:cNvCxnSpPr>
              <a:stCxn id="13" idx="0"/>
              <a:endCxn id="6" idx="1"/>
            </p:cNvCxnSpPr>
            <p:nvPr/>
          </p:nvCxnSpPr>
          <p:spPr>
            <a:xfrm rot="5400000" flipH="1" flipV="1">
              <a:off x="4505410" y="3749797"/>
              <a:ext cx="402771" cy="1559212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ACA5E0C-83A8-6E27-B02A-DB7FC8B6CB92}"/>
                </a:ext>
              </a:extLst>
            </p:cNvPr>
            <p:cNvSpPr/>
            <p:nvPr/>
          </p:nvSpPr>
          <p:spPr>
            <a:xfrm>
              <a:off x="7472711" y="4730787"/>
              <a:ext cx="1830947" cy="6885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Robot</a:t>
              </a:r>
              <a:br>
                <a:rPr lang="en-US" sz="16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</a:br>
              <a:r>
                <a:rPr lang="en-US" sz="16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Screen</a:t>
              </a:r>
            </a:p>
          </p:txBody>
        </p:sp>
        <p:cxnSp>
          <p:nvCxnSpPr>
            <p:cNvPr id="20" name="Connector: Curved 19">
              <a:extLst>
                <a:ext uri="{FF2B5EF4-FFF2-40B4-BE49-F238E27FC236}">
                  <a16:creationId xmlns:a16="http://schemas.microsoft.com/office/drawing/2014/main" id="{2FF2E1D1-B30C-4F39-9D68-4857E9B17EBB}"/>
                </a:ext>
              </a:extLst>
            </p:cNvPr>
            <p:cNvCxnSpPr>
              <a:stCxn id="6" idx="3"/>
              <a:endCxn id="18" idx="0"/>
            </p:cNvCxnSpPr>
            <p:nvPr/>
          </p:nvCxnSpPr>
          <p:spPr>
            <a:xfrm>
              <a:off x="6828972" y="4328017"/>
              <a:ext cx="1559213" cy="402770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55711AF-ED04-36B2-EA11-40EAC0620D06}"/>
                </a:ext>
              </a:extLst>
            </p:cNvPr>
            <p:cNvSpPr/>
            <p:nvPr/>
          </p:nvSpPr>
          <p:spPr>
            <a:xfrm>
              <a:off x="9303658" y="2833913"/>
              <a:ext cx="2241279" cy="6885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Floor</a:t>
              </a:r>
              <a:br>
                <a:rPr lang="en-US" sz="16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</a:br>
              <a:r>
                <a:rPr lang="en-US" sz="16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Screen</a:t>
              </a:r>
            </a:p>
          </p:txBody>
        </p:sp>
        <p:cxnSp>
          <p:nvCxnSpPr>
            <p:cNvPr id="23" name="Connector: Curved 22">
              <a:extLst>
                <a:ext uri="{FF2B5EF4-FFF2-40B4-BE49-F238E27FC236}">
                  <a16:creationId xmlns:a16="http://schemas.microsoft.com/office/drawing/2014/main" id="{8FFA952E-ADD8-B00B-A8E4-C8AE03D715CB}"/>
                </a:ext>
              </a:extLst>
            </p:cNvPr>
            <p:cNvCxnSpPr>
              <a:cxnSpLocks/>
              <a:stCxn id="5" idx="2"/>
              <a:endCxn id="21" idx="1"/>
            </p:cNvCxnSpPr>
            <p:nvPr/>
          </p:nvCxnSpPr>
          <p:spPr>
            <a:xfrm rot="16200000" flipH="1">
              <a:off x="7357146" y="1231682"/>
              <a:ext cx="747052" cy="3145971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: Curved 24">
              <a:extLst>
                <a:ext uri="{FF2B5EF4-FFF2-40B4-BE49-F238E27FC236}">
                  <a16:creationId xmlns:a16="http://schemas.microsoft.com/office/drawing/2014/main" id="{45B78689-E4DE-DA70-4BCA-E090A734B312}"/>
                </a:ext>
              </a:extLst>
            </p:cNvPr>
            <p:cNvCxnSpPr>
              <a:cxnSpLocks/>
              <a:stCxn id="6" idx="0"/>
              <a:endCxn id="21" idx="1"/>
            </p:cNvCxnSpPr>
            <p:nvPr/>
          </p:nvCxnSpPr>
          <p:spPr>
            <a:xfrm rot="5400000" flipH="1" flipV="1">
              <a:off x="7357147" y="1978735"/>
              <a:ext cx="747051" cy="3145971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65954D1-793B-1940-2267-5E174CE5B665}"/>
                </a:ext>
              </a:extLst>
            </p:cNvPr>
            <p:cNvSpPr/>
            <p:nvPr/>
          </p:nvSpPr>
          <p:spPr>
            <a:xfrm>
              <a:off x="770435" y="2833912"/>
              <a:ext cx="2241279" cy="688562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Data from Main</a:t>
              </a:r>
            </a:p>
          </p:txBody>
        </p:sp>
        <p:cxnSp>
          <p:nvCxnSpPr>
            <p:cNvPr id="40" name="Connector: Curved 39">
              <a:extLst>
                <a:ext uri="{FF2B5EF4-FFF2-40B4-BE49-F238E27FC236}">
                  <a16:creationId xmlns:a16="http://schemas.microsoft.com/office/drawing/2014/main" id="{619AAD57-E00D-F5FC-C8E4-3CAE8DAEEA9B}"/>
                </a:ext>
              </a:extLst>
            </p:cNvPr>
            <p:cNvCxnSpPr>
              <a:stCxn id="33" idx="3"/>
              <a:endCxn id="5" idx="2"/>
            </p:cNvCxnSpPr>
            <p:nvPr/>
          </p:nvCxnSpPr>
          <p:spPr>
            <a:xfrm flipV="1">
              <a:off x="3011714" y="2431142"/>
              <a:ext cx="3145973" cy="747051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: Curved 41">
              <a:extLst>
                <a:ext uri="{FF2B5EF4-FFF2-40B4-BE49-F238E27FC236}">
                  <a16:creationId xmlns:a16="http://schemas.microsoft.com/office/drawing/2014/main" id="{62FE789A-5957-E076-F534-D613B2DB73A5}"/>
                </a:ext>
              </a:extLst>
            </p:cNvPr>
            <p:cNvCxnSpPr>
              <a:stCxn id="33" idx="3"/>
              <a:endCxn id="6" idx="0"/>
            </p:cNvCxnSpPr>
            <p:nvPr/>
          </p:nvCxnSpPr>
          <p:spPr>
            <a:xfrm>
              <a:off x="3011714" y="3178193"/>
              <a:ext cx="3145973" cy="747052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itle 1">
            <a:extLst>
              <a:ext uri="{FF2B5EF4-FFF2-40B4-BE49-F238E27FC236}">
                <a16:creationId xmlns:a16="http://schemas.microsoft.com/office/drawing/2014/main" id="{56235FE7-DD90-7F7D-AF47-11C88851B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749" y="120637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Flow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4780551-AF78-D35B-DBC0-3EA39221C2A2}"/>
              </a:ext>
            </a:extLst>
          </p:cNvPr>
          <p:cNvGrpSpPr/>
          <p:nvPr/>
        </p:nvGrpSpPr>
        <p:grpSpPr>
          <a:xfrm>
            <a:off x="0" y="6604000"/>
            <a:ext cx="12192000" cy="254000"/>
            <a:chOff x="0" y="6604000"/>
            <a:chExt cx="12192000" cy="254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C7AC147-1335-81F7-931B-CA938D33A8D1}"/>
                </a:ext>
              </a:extLst>
            </p:cNvPr>
            <p:cNvSpPr/>
            <p:nvPr/>
          </p:nvSpPr>
          <p:spPr>
            <a:xfrm>
              <a:off x="2881086" y="6604000"/>
              <a:ext cx="9310914" cy="25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14CF14C-D7D5-9ADA-0CE7-58528E4A4F05}"/>
                </a:ext>
              </a:extLst>
            </p:cNvPr>
            <p:cNvSpPr/>
            <p:nvPr/>
          </p:nvSpPr>
          <p:spPr>
            <a:xfrm>
              <a:off x="0" y="6604000"/>
              <a:ext cx="2881086" cy="25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Group 19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9333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2F5C6-1227-B3E0-EE4E-815E21C8B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Tasks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C22E6A-0D4B-1716-02C8-C20B487BC09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8851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9032A-0768-67B9-EC81-894DDFC4E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1. Task Manager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076612-F2AA-D4E8-FDCA-9A7AEABA0EE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520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B0F23-D825-7766-3EE6-531D23E53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  <a:prstGeom prst="ellipse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1.1. Task classes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2646377-AD98-BFEC-FC8E-DED1DFD83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715" y="320595"/>
            <a:ext cx="9461953" cy="4636358"/>
          </a:xfrm>
          <a:prstGeom prst="rect">
            <a:avLst/>
          </a:prstGeom>
        </p:spPr>
      </p:pic>
      <p:sp>
        <p:nvSpPr>
          <p:cNvPr id="46" name="Content Placeholder 45">
            <a:extLst>
              <a:ext uri="{FF2B5EF4-FFF2-40B4-BE49-F238E27FC236}">
                <a16:creationId xmlns:a16="http://schemas.microsoft.com/office/drawing/2014/main" id="{69613EDE-D258-656B-DDAC-430DEF65B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256" y="3833199"/>
            <a:ext cx="8332826" cy="1119982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658314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F1F56-6B81-6DEC-9E4D-6194BEB74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C2687-1B91-0C90-EB48-ACDA7BAAD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  <a:prstGeom prst="ellipse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1.1. </a:t>
            </a:r>
            <a:r>
              <a:rPr lang="en-US" sz="4000" dirty="0">
                <a:solidFill>
                  <a:srgbClr val="FFFFFF"/>
                </a:solidFill>
              </a:rPr>
              <a:t>Relation overview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6" name="Content Placeholder 45">
            <a:extLst>
              <a:ext uri="{FF2B5EF4-FFF2-40B4-BE49-F238E27FC236}">
                <a16:creationId xmlns:a16="http://schemas.microsoft.com/office/drawing/2014/main" id="{AAB92C31-9ABA-EF67-2445-00B4CD83F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256" y="3833199"/>
            <a:ext cx="8332826" cy="1119982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40C48B-7450-0158-56D5-1D8D15485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364" y="125628"/>
            <a:ext cx="5343271" cy="507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837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723AA-AAD8-98FE-DA02-8EBFDEAC1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2. Equipment Manager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AF5548AB-2937-33E0-2284-92C4ECC4E35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7298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D2104-1492-FEFE-15A5-0A4E56501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2.1. Equipment Manager and Robot relation</a:t>
            </a:r>
          </a:p>
        </p:txBody>
      </p:sp>
      <p:pic>
        <p:nvPicPr>
          <p:cNvPr id="5" name="Content Placeholder 4" descr="A diagram of a task&#10;&#10;AI-generated content may be incorrect.">
            <a:extLst>
              <a:ext uri="{FF2B5EF4-FFF2-40B4-BE49-F238E27FC236}">
                <a16:creationId xmlns:a16="http://schemas.microsoft.com/office/drawing/2014/main" id="{6C550458-6621-1060-A529-B137BA055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525" y="314078"/>
            <a:ext cx="6576950" cy="4736095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44C7FDD-65A9-C5C2-D557-A2D9910D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256" y="3833199"/>
            <a:ext cx="8332826" cy="1119982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5029438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FB8FB-A4F9-2F12-4AC4-B1275C74F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  <a:prstGeom prst="ellipse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2.2. Sequence Diagram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34D233-AD90-3390-CFA1-13872E29B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275" y="-6515"/>
            <a:ext cx="7669678" cy="5114847"/>
          </a:xfrm>
          <a:prstGeom prst="rect">
            <a:avLst/>
          </a:prstGeom>
        </p:spPr>
      </p:pic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24558638-B616-B034-F17E-6626F895F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256" y="3833199"/>
            <a:ext cx="8332826" cy="1119982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1161597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1BBFD-2EED-CC51-8088-D817749A7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  <a:prstGeom prst="ellipse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2.3. UML Diagram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8B73CC-C4BA-91CD-BAFE-5F9E5ABBF6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231" y="158061"/>
            <a:ext cx="9596868" cy="5038970"/>
          </a:xfrm>
        </p:spPr>
      </p:pic>
    </p:spTree>
    <p:extLst>
      <p:ext uri="{BB962C8B-B14F-4D97-AF65-F5344CB8AC3E}">
        <p14:creationId xmlns:p14="http://schemas.microsoft.com/office/powerpoint/2010/main" val="22319269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4597B-31CC-C8F4-33E6-4FBC9EF64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3. Robot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7DAE6D-27DD-A6B5-1D10-147F7AB21DC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00648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4333F-4CBB-9A41-0A30-93C75F5B0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  <a:prstGeom prst="ellipse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3.1. Robot states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7746C1-5F47-27E3-ABF8-EE7392F87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965" y="314078"/>
            <a:ext cx="7113217" cy="4694724"/>
          </a:xfrm>
          <a:prstGeom prst="rect">
            <a:avLst/>
          </a:prstGeom>
        </p:spPr>
      </p:pic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35B1A1A-93D8-51CA-F260-028ED73E9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256" y="3833199"/>
            <a:ext cx="8332826" cy="1119982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2857266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34329-9BDC-156F-5CAB-136FC6894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  <a:prstGeom prst="ellipse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3.2. Robot finishes task</a:t>
            </a:r>
          </a:p>
        </p:txBody>
      </p:sp>
      <p:pic>
        <p:nvPicPr>
          <p:cNvPr id="9" name="Content Placeholder 8" descr="A diagram of a program">
            <a:extLst>
              <a:ext uri="{FF2B5EF4-FFF2-40B4-BE49-F238E27FC236}">
                <a16:creationId xmlns:a16="http://schemas.microsoft.com/office/drawing/2014/main" id="{F6AC2A1C-FDC7-746B-3048-4DA3AF610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857" y="359709"/>
            <a:ext cx="4735616" cy="4226931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2812E25B-6A3D-D1D0-1644-962DB4DE0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256" y="3833199"/>
            <a:ext cx="8332826" cy="1119982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051517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FFB47-D03E-DB54-C683-5D62E57ED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3.3. Robot charging sequence</a:t>
            </a:r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68AFD403-B4C4-9211-2758-8BCCF28EE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447" y="140873"/>
            <a:ext cx="6342434" cy="511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34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5DEDC-BFC9-46BF-92ED-271496EB3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3.4. A* Algorithm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70099E-978B-01AF-01F8-CECA5C287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645" y="1984541"/>
            <a:ext cx="2505988" cy="2617365"/>
          </a:xfrm>
          <a:prstGeom prst="rect">
            <a:avLst/>
          </a:prstGeom>
        </p:spPr>
      </p:pic>
      <p:pic>
        <p:nvPicPr>
          <p:cNvPr id="7" name="Content Placeholder 6" descr="A grid with black squares and dots&#10;&#10;AI-generated content may be incorrect.">
            <a:extLst>
              <a:ext uri="{FF2B5EF4-FFF2-40B4-BE49-F238E27FC236}">
                <a16:creationId xmlns:a16="http://schemas.microsoft.com/office/drawing/2014/main" id="{3E34800A-8AFF-EE07-6803-AF367F4FD8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811" y="2103812"/>
            <a:ext cx="4600354" cy="243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4114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33D51-D0BB-DD3D-44EF-B64E50372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Thanks for listening!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5FD7C9B8-3090-E90A-4B72-FBD1715C3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73014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745EF1DAFD2D42807E85F79CC61FC7" ma:contentTypeVersion="5" ma:contentTypeDescription="Create a new document." ma:contentTypeScope="" ma:versionID="c2bff9baa938fdf491de3a920be1de98">
  <xsd:schema xmlns:xsd="http://www.w3.org/2001/XMLSchema" xmlns:xs="http://www.w3.org/2001/XMLSchema" xmlns:p="http://schemas.microsoft.com/office/2006/metadata/properties" xmlns:ns3="d9c02c50-ed9e-4b62-a89d-bcc5c92c4d74" targetNamespace="http://schemas.microsoft.com/office/2006/metadata/properties" ma:root="true" ma:fieldsID="d053bf01dab1519fbea418444e5ca03a" ns3:_="">
    <xsd:import namespace="d9c02c50-ed9e-4b62-a89d-bcc5c92c4d7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c02c50-ed9e-4b62-a89d-bcc5c92c4d7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9c02c50-ed9e-4b62-a89d-bcc5c92c4d7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4EAB4F3-8F91-4382-A0DC-4E69340A84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c02c50-ed9e-4b62-a89d-bcc5c92c4d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75AD5B2-4E9D-44B0-A657-6082DE8A05D6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www.w3.org/XML/1998/namespace"/>
    <ds:schemaRef ds:uri="http://purl.org/dc/terms/"/>
    <ds:schemaRef ds:uri="http://schemas.microsoft.com/office/infopath/2007/PartnerControls"/>
    <ds:schemaRef ds:uri="d9c02c50-ed9e-4b62-a89d-bcc5c92c4d74"/>
  </ds:schemaRefs>
</ds:datastoreItem>
</file>

<file path=customXml/itemProps3.xml><?xml version="1.0" encoding="utf-8"?>
<ds:datastoreItem xmlns:ds="http://schemas.openxmlformats.org/officeDocument/2006/customXml" ds:itemID="{42E642A6-8669-4253-AE99-85F2EB56A39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</Words>
  <Application>Microsoft Office PowerPoint</Application>
  <PresentationFormat>Widescreen</PresentationFormat>
  <Paragraphs>137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Calibri Light</vt:lpstr>
      <vt:lpstr>Cambria</vt:lpstr>
      <vt:lpstr>Office</vt:lpstr>
      <vt:lpstr>Office Theme</vt:lpstr>
      <vt:lpstr>Smart Warehouse Management System</vt:lpstr>
      <vt:lpstr>Task Distribution </vt:lpstr>
      <vt:lpstr>Storage Management System</vt:lpstr>
      <vt:lpstr>Storage Management System</vt:lpstr>
      <vt:lpstr>Storage Management System: INIT</vt:lpstr>
      <vt:lpstr>Storage Management System: Data Flow</vt:lpstr>
      <vt:lpstr>Storage Management System: Data Save</vt:lpstr>
      <vt:lpstr>PowerPoint Presentation</vt:lpstr>
      <vt:lpstr>PowerPoint Presentation</vt:lpstr>
      <vt:lpstr>Logger Functions:</vt:lpstr>
      <vt:lpstr>PowerPoint Presentation</vt:lpstr>
      <vt:lpstr>log_print   (String type,      String component,     String message)</vt:lpstr>
      <vt:lpstr>HMI (Human-Machine Interface) effect:</vt:lpstr>
      <vt:lpstr>HMI (Human-Machine Interface) effect:</vt:lpstr>
      <vt:lpstr>PowerPoint Presentation</vt:lpstr>
      <vt:lpstr>HMI (Human-Machine Interface) effect:</vt:lpstr>
      <vt:lpstr>Data Flow</vt:lpstr>
      <vt:lpstr>Tasks overview</vt:lpstr>
      <vt:lpstr>1. Task Manager</vt:lpstr>
      <vt:lpstr>1.1. Task classes</vt:lpstr>
      <vt:lpstr>1.1. Relation overview</vt:lpstr>
      <vt:lpstr>2. Equipment Manager</vt:lpstr>
      <vt:lpstr>2.1. Equipment Manager and Robot relation</vt:lpstr>
      <vt:lpstr>2.2. Sequence Diagram</vt:lpstr>
      <vt:lpstr>2.3. UML Diagram</vt:lpstr>
      <vt:lpstr>3. Robot</vt:lpstr>
      <vt:lpstr>3.1. Robot states</vt:lpstr>
      <vt:lpstr>3.2. Robot finishes task</vt:lpstr>
      <vt:lpstr>3.3. Robot charging sequence</vt:lpstr>
      <vt:lpstr>3.4. A* Algorithm</vt:lpstr>
      <vt:lpstr>Thanks for listening!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Assignment 01 (Assignment submission date provided in „Ilias ...=&gt; Homework Assignments“</dc:title>
  <dc:creator>Galyna Tabunshchyk</dc:creator>
  <cp:lastModifiedBy>Md Saidur Rahman</cp:lastModifiedBy>
  <cp:revision>20</cp:revision>
  <dcterms:created xsi:type="dcterms:W3CDTF">2022-10-15T12:28:30Z</dcterms:created>
  <dcterms:modified xsi:type="dcterms:W3CDTF">2025-11-14T16:05:35Z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0x0101004F745EF1DAFD2D42807E85F79CC61FC7</vt:lpwstr>
  </property>
</Properties>
</file>